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7"/>
  </p:notesMasterIdLst>
  <p:sldIdLst>
    <p:sldId id="257" r:id="rId6"/>
    <p:sldId id="268" r:id="rId8"/>
    <p:sldId id="259" r:id="rId9"/>
    <p:sldId id="260" r:id="rId10"/>
    <p:sldId id="264" r:id="rId11"/>
    <p:sldId id="265" r:id="rId12"/>
    <p:sldId id="266"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 id="282" r:id="rId26"/>
    <p:sldId id="261"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84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9"/>
        <p:guide pos="384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7FBA69-B7CC-4FB5-995C-F38E4AC542A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image" Target="../media/image1.jpeg"/><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1.jpeg"/><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22.xml"/><Relationship Id="rId3" Type="http://schemas.openxmlformats.org/officeDocument/2006/relationships/image" Target="../media/image1.jpeg"/><Relationship Id="rId2" Type="http://schemas.openxmlformats.org/officeDocument/2006/relationships/tags" Target="../tags/tag21.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1.jpeg"/><Relationship Id="rId2" Type="http://schemas.openxmlformats.org/officeDocument/2006/relationships/tags" Target="../tags/tag29.xml"/><Relationship Id="rId10" Type="http://schemas.openxmlformats.org/officeDocument/2006/relationships/tags" Target="../tags/tag3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1.jpeg"/><Relationship Id="rId2" Type="http://schemas.openxmlformats.org/officeDocument/2006/relationships/tags" Target="../tags/tag3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1.jpeg"/><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image" Target="../media/image1.jpeg"/><Relationship Id="rId2" Type="http://schemas.openxmlformats.org/officeDocument/2006/relationships/tags" Target="../tags/tag5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image" Target="../media/image1.jpeg"/><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image" Target="../media/image1.jpeg"/><Relationship Id="rId2" Type="http://schemas.openxmlformats.org/officeDocument/2006/relationships/tags" Target="../tags/tag62.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image" Target="../media/image1.jpeg"/><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image" Target="../media/image1.jpeg"/><Relationship Id="rId2" Type="http://schemas.openxmlformats.org/officeDocument/2006/relationships/tags" Target="../tags/tag8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image" Target="../media/image1.jpeg"/><Relationship Id="rId2" Type="http://schemas.openxmlformats.org/officeDocument/2006/relationships/tags" Target="../tags/tag90.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image" Target="../media/image1.jpeg"/><Relationship Id="rId2" Type="http://schemas.openxmlformats.org/officeDocument/2006/relationships/tags" Target="../tags/tag9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104.xml"/><Relationship Id="rId3" Type="http://schemas.openxmlformats.org/officeDocument/2006/relationships/image" Target="../media/image1.jpeg"/><Relationship Id="rId2" Type="http://schemas.openxmlformats.org/officeDocument/2006/relationships/tags" Target="../tags/tag103.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image" Target="../media/image1.jpeg"/><Relationship Id="rId2" Type="http://schemas.openxmlformats.org/officeDocument/2006/relationships/tags" Target="../tags/tag111.xml"/><Relationship Id="rId10" Type="http://schemas.openxmlformats.org/officeDocument/2006/relationships/tags" Target="../tags/tag11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image" Target="../media/image1.jpeg"/><Relationship Id="rId2" Type="http://schemas.openxmlformats.org/officeDocument/2006/relationships/tags" Target="../tags/tag119.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image" Target="../media/image1.jpeg"/><Relationship Id="rId2" Type="http://schemas.openxmlformats.org/officeDocument/2006/relationships/tags" Target="../tags/tag12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image" Target="../media/image1.jpeg"/><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image" Target="../media/image1.jpeg"/><Relationship Id="rId2" Type="http://schemas.openxmlformats.org/officeDocument/2006/relationships/tags" Target="../tags/tag13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image" Target="../media/image1.jpeg"/><Relationship Id="rId2" Type="http://schemas.openxmlformats.org/officeDocument/2006/relationships/tags" Target="../tags/tag144.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image" Target="../media/image1.jpeg"/><Relationship Id="rId2" Type="http://schemas.openxmlformats.org/officeDocument/2006/relationships/tags" Target="../tags/tag15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image" Target="../media/image1.jpeg"/><Relationship Id="rId2" Type="http://schemas.openxmlformats.org/officeDocument/2006/relationships/tags" Target="../tags/tag16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image" Target="../media/image1.jpeg"/><Relationship Id="rId2" Type="http://schemas.openxmlformats.org/officeDocument/2006/relationships/tags" Target="../tags/tag172.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image" Target="../media/image1.jpeg"/><Relationship Id="rId2" Type="http://schemas.openxmlformats.org/officeDocument/2006/relationships/tags" Target="../tags/tag179.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186.xml"/><Relationship Id="rId3" Type="http://schemas.openxmlformats.org/officeDocument/2006/relationships/image" Target="../media/image1.jpeg"/><Relationship Id="rId2" Type="http://schemas.openxmlformats.org/officeDocument/2006/relationships/tags" Target="../tags/tag185.xml"/><Relationship Id="rId12" Type="http://schemas.openxmlformats.org/officeDocument/2006/relationships/tags" Target="../tags/tag192.xml"/><Relationship Id="rId11" Type="http://schemas.openxmlformats.org/officeDocument/2006/relationships/tags" Target="../tags/tag191.xml"/><Relationship Id="rId10" Type="http://schemas.openxmlformats.org/officeDocument/2006/relationships/tags" Target="../tags/tag190.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image" Target="../media/image1.jpeg"/><Relationship Id="rId2" Type="http://schemas.openxmlformats.org/officeDocument/2006/relationships/tags" Target="../tags/tag193.xml"/><Relationship Id="rId10" Type="http://schemas.openxmlformats.org/officeDocument/2006/relationships/tags" Target="../tags/tag200.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image" Target="../media/image1.jpeg"/><Relationship Id="rId2" Type="http://schemas.openxmlformats.org/officeDocument/2006/relationships/tags" Target="../tags/tag201.xml"/><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image" Target="../media/image1.jpeg"/><Relationship Id="rId2" Type="http://schemas.openxmlformats.org/officeDocument/2006/relationships/tags" Target="../tags/tag211.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image" Target="../media/image1.jpeg"/><Relationship Id="rId2" Type="http://schemas.openxmlformats.org/officeDocument/2006/relationships/tags" Target="../tags/tag217.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image" Target="../media/image1.jpeg"/><Relationship Id="rId2" Type="http://schemas.openxmlformats.org/officeDocument/2006/relationships/tags" Target="../tags/tag22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image" Target="../media/image1.jpeg"/><Relationship Id="rId2" Type="http://schemas.openxmlformats.org/officeDocument/2006/relationships/tags" Target="../tags/tag226.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image" Target="../media/image1.jpeg"/><Relationship Id="rId2" Type="http://schemas.openxmlformats.org/officeDocument/2006/relationships/tags" Target="../tags/tag233.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253.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image" Target="../media/image1.jpeg"/><Relationship Id="rId2" Type="http://schemas.openxmlformats.org/officeDocument/2006/relationships/tags" Target="../tags/tag247.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image" Target="../media/image1.jpeg"/><Relationship Id="rId2" Type="http://schemas.openxmlformats.org/officeDocument/2006/relationships/tags" Target="../tags/tag254.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266.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image" Target="../media/image1.jpeg"/><Relationship Id="rId2" Type="http://schemas.openxmlformats.org/officeDocument/2006/relationships/tags" Target="../tags/tag261.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271.xml"/><Relationship Id="rId8" Type="http://schemas.openxmlformats.org/officeDocument/2006/relationships/tags" Target="../tags/tag270.xml"/><Relationship Id="rId7" Type="http://schemas.openxmlformats.org/officeDocument/2006/relationships/tags" Target="../tags/tag269.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268.xml"/><Relationship Id="rId3" Type="http://schemas.openxmlformats.org/officeDocument/2006/relationships/image" Target="../media/image1.jpeg"/><Relationship Id="rId2" Type="http://schemas.openxmlformats.org/officeDocument/2006/relationships/tags" Target="../tags/tag267.xml"/><Relationship Id="rId12" Type="http://schemas.openxmlformats.org/officeDocument/2006/relationships/tags" Target="../tags/tag274.xml"/><Relationship Id="rId11" Type="http://schemas.openxmlformats.org/officeDocument/2006/relationships/tags" Target="../tags/tag273.xml"/><Relationship Id="rId10" Type="http://schemas.openxmlformats.org/officeDocument/2006/relationships/tags" Target="../tags/tag272.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281.xml"/><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image" Target="../media/image1.jpeg"/><Relationship Id="rId2" Type="http://schemas.openxmlformats.org/officeDocument/2006/relationships/tags" Target="../tags/tag275.xml"/><Relationship Id="rId10" Type="http://schemas.openxmlformats.org/officeDocument/2006/relationships/tags" Target="../tags/tag282.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image" Target="../media/image1.jpeg"/><Relationship Id="rId2" Type="http://schemas.openxmlformats.org/officeDocument/2006/relationships/tags" Target="../tags/tag28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image" Target="../media/image1.jpeg"/><Relationship Id="rId2" Type="http://schemas.openxmlformats.org/officeDocument/2006/relationships/tags" Target="../tags/tag29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image" Target="../media/image1.jpeg"/><Relationship Id="rId2" Type="http://schemas.openxmlformats.org/officeDocument/2006/relationships/tags" Target="../tags/tag299.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image" Target="../media/image1.jpeg"/><Relationship Id="rId2" Type="http://schemas.openxmlformats.org/officeDocument/2006/relationships/tags" Target="../tags/tag303.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image" Target="../media/image1.jpeg"/><Relationship Id="rId2" Type="http://schemas.openxmlformats.org/officeDocument/2006/relationships/tags" Target="../tags/tag308.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image" Target="../media/image1.jpeg"/><Relationship Id="rId2" Type="http://schemas.openxmlformats.org/officeDocument/2006/relationships/tags" Target="../tags/tag315.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4"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9" name="署名"/>
          <p:cNvSpPr txBox="1">
            <a:spLocks noGrp="1"/>
          </p:cNvSpPr>
          <p:nvPr>
            <p:ph type="body" idx="3" hasCustomPrompt="1"/>
            <p:custDataLst>
              <p:tags r:id="rId4"/>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a:sym typeface="+mn-ea"/>
              </a:rPr>
              <a:t>单击此处编辑文本</a:t>
            </a:r>
            <a:endParaRPr>
              <a:sym typeface="+mn-ea"/>
            </a:endParaRPr>
          </a:p>
        </p:txBody>
      </p:sp>
      <p:sp>
        <p:nvSpPr>
          <p:cNvPr id="8" name="标题"/>
          <p:cNvSpPr txBox="1">
            <a:spLocks noGrp="1"/>
          </p:cNvSpPr>
          <p:nvPr>
            <p:ph type="title" idx="2" hasCustomPrompt="1"/>
            <p:custDataLst>
              <p:tags r:id="rId5"/>
            </p:custDataLst>
          </p:nvPr>
        </p:nvSpPr>
        <p:spPr>
          <a:xfrm>
            <a:off x="904875" y="2458720"/>
            <a:ext cx="7571105" cy="1189990"/>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正文"/>
          <p:cNvSpPr txBox="1">
            <a:spLocks noGrp="1"/>
          </p:cNvSpPr>
          <p:nvPr>
            <p:ph type="body" idx="1" hasCustomPrompt="1"/>
            <p:custDataLst>
              <p:tags r:id="rId6"/>
            </p:custDataLst>
          </p:nvPr>
        </p:nvSpPr>
        <p:spPr>
          <a:xfrm>
            <a:off x="904875" y="1689735"/>
            <a:ext cx="7571105" cy="638175"/>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24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单击此处编辑母版副标题样式</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10" name="PA-图片 4"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PA-正文"/>
          <p:cNvSpPr txBox="1">
            <a:spLocks noGrp="1"/>
          </p:cNvSpPr>
          <p:nvPr>
            <p:ph idx="3"/>
            <p:custDataLst>
              <p:tags r:id="rId4"/>
            </p:custDataLst>
          </p:nvPr>
        </p:nvSpPr>
        <p:spPr>
          <a:xfrm>
            <a:off x="695325" y="1245235"/>
            <a:ext cx="10800715"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Heavy" panose="00000A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sym typeface="+mn-ea"/>
              </a:rPr>
              <a:t>单击此处编辑母版文本样式</a:t>
            </a:r>
            <a:endParaRPr dirty="0">
              <a:sym typeface="+mn-ea"/>
            </a:endParaRP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8" name="PA-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0" normalizeH="0" baseline="0" noProof="1" dirty="0">
                <a:solidFill>
                  <a:schemeClr val="accent1"/>
                </a:solidFill>
                <a:latin typeface="+mj-lt"/>
                <a:ea typeface="+mj-ea"/>
                <a:cs typeface="MiSans Heavy" panose="00000A00000000000000" charset="-122"/>
                <a:sym typeface="+mn-ea"/>
              </a:defRPr>
            </a:lvl1pPr>
          </a:lstStyle>
          <a:p>
            <a:pPr lvl="0" algn="l">
              <a:buClrTx/>
              <a:buSzTx/>
              <a:buFontTx/>
            </a:pPr>
            <a:r>
              <a:rPr dirty="0">
                <a:sym typeface="+mn-ea"/>
              </a:rPr>
              <a:t>单击此处编辑母版标题样式</a:t>
            </a:r>
            <a:endParaRPr dirty="0">
              <a:sym typeface="+mn-ea"/>
            </a:endParaRPr>
          </a:p>
        </p:txBody>
      </p:sp>
      <p:sp>
        <p:nvSpPr>
          <p:cNvPr id="7" name="PA-矩形 1"/>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4" name="日期占位符 3"/>
          <p:cNvSpPr>
            <a:spLocks noGrp="1"/>
          </p:cNvSpPr>
          <p:nvPr>
            <p:ph type="dt" sz="half" idx="10"/>
            <p:custDataLst>
              <p:tags r:id="rId7"/>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88099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798830" y="523875"/>
            <a:ext cx="1866265" cy="342900"/>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798830" y="866775"/>
            <a:ext cx="1866265" cy="105981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24" name="图片 23"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pic>
        <p:nvPicPr>
          <p:cNvPr id="53" name="图形 52"/>
          <p:cNvPicPr>
            <a:picLocks noChangeAspect="1"/>
          </p:cNvPicPr>
          <p:nvPr>
            <p:custDataLst>
              <p:tags r:id="rId4"/>
            </p:custDataLst>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08915" y="6143342"/>
            <a:ext cx="187891" cy="187891"/>
          </a:xfrm>
          <a:prstGeom prst="rect">
            <a:avLst/>
          </a:prstGeom>
        </p:spPr>
      </p:pic>
      <p:cxnSp>
        <p:nvCxnSpPr>
          <p:cNvPr id="9" name="直接连接符 8"/>
          <p:cNvCxnSpPr/>
          <p:nvPr>
            <p:custDataLst>
              <p:tags r:id="rId7"/>
            </p:custDataLst>
          </p:nvPr>
        </p:nvCxnSpPr>
        <p:spPr>
          <a:xfrm>
            <a:off x="857760" y="4520059"/>
            <a:ext cx="5769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节编号"/>
          <p:cNvSpPr txBox="1">
            <a:spLocks noGrp="1"/>
          </p:cNvSpPr>
          <p:nvPr>
            <p:ph type="body" idx="2" hasCustomPrompt="1"/>
            <p:custDataLst>
              <p:tags r:id="rId8"/>
            </p:custDataLst>
          </p:nvPr>
        </p:nvSpPr>
        <p:spPr>
          <a:xfrm>
            <a:off x="857885" y="1802130"/>
            <a:ext cx="6318885" cy="52197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32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1" hasCustomPrompt="1"/>
            <p:custDataLst>
              <p:tags r:id="rId9"/>
            </p:custDataLst>
          </p:nvPr>
        </p:nvSpPr>
        <p:spPr>
          <a:xfrm>
            <a:off x="857250" y="2505075"/>
            <a:ext cx="6318885" cy="1572895"/>
          </a:xfrm>
          <a:prstGeom prst="rect">
            <a:avLst/>
          </a:prstGeom>
          <a:noFill/>
        </p:spPr>
        <p:txBody>
          <a:bodyPr vert="horz" wrap="square" lIns="0" tIns="0" rIns="0" bIns="0" rtlCol="0" anchor="t" anchorCtr="0">
            <a:no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0"/>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2"/>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pic>
        <p:nvPicPr>
          <p:cNvPr id="12" name="图片 11"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1" name="标题"/>
          <p:cNvSpPr txBox="1">
            <a:spLocks noGrp="1"/>
          </p:cNvSpPr>
          <p:nvPr>
            <p:ph type="title" idx="4"/>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10" name="矩形 9"/>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正文"/>
          <p:cNvSpPr txBox="1">
            <a:spLocks noGrp="1"/>
          </p:cNvSpPr>
          <p:nvPr>
            <p:ph idx="2"/>
            <p:custDataLst>
              <p:tags r:id="rId6"/>
            </p:custDataLst>
          </p:nvPr>
        </p:nvSpPr>
        <p:spPr>
          <a:xfrm>
            <a:off x="6400800" y="1244600"/>
            <a:ext cx="509524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8" name="正文"/>
          <p:cNvSpPr txBox="1">
            <a:spLocks noGrp="1"/>
          </p:cNvSpPr>
          <p:nvPr>
            <p:ph idx="1"/>
            <p:custDataLst>
              <p:tags r:id="rId7"/>
            </p:custDataLst>
          </p:nvPr>
        </p:nvSpPr>
        <p:spPr>
          <a:xfrm>
            <a:off x="695325" y="1244600"/>
            <a:ext cx="509016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5" name="日期占位符 4"/>
          <p:cNvSpPr>
            <a:spLocks noGrp="1"/>
          </p:cNvSpPr>
          <p:nvPr>
            <p:ph type="dt" sz="half" idx="10"/>
            <p:custDataLst>
              <p:tags r:id="rId8"/>
            </p:custDataLst>
          </p:nvPr>
        </p:nvSpPr>
        <p:spPr>
          <a:xfrm>
            <a:off x="687070" y="6356350"/>
            <a:ext cx="2894330" cy="365125"/>
          </a:xfrm>
        </p:spPr>
        <p:txBody>
          <a:bodyPr/>
          <a:lstStyle/>
          <a:p>
            <a:fld id="{AC1B7B3F-A56B-4310-A966-BD55D80449F1}"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10"/>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pic>
        <p:nvPicPr>
          <p:cNvPr id="16" name="图片 15"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 name="标题"/>
          <p:cNvSpPr txBox="1">
            <a:spLocks noGrp="1"/>
          </p:cNvSpPr>
          <p:nvPr>
            <p:ph type="title" idx="6"/>
            <p:custDataLst>
              <p:tags r:id="rId4"/>
            </p:custDataLst>
          </p:nvPr>
        </p:nvSpPr>
        <p:spPr>
          <a:xfrm>
            <a:off x="6235065" y="1243330"/>
            <a:ext cx="5260975"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4" name="标题"/>
          <p:cNvSpPr txBox="1">
            <a:spLocks noGrp="1"/>
          </p:cNvSpPr>
          <p:nvPr>
            <p:ph type="title" idx="5"/>
            <p:custDataLst>
              <p:tags r:id="rId5"/>
            </p:custDataLst>
          </p:nvPr>
        </p:nvSpPr>
        <p:spPr>
          <a:xfrm>
            <a:off x="696595" y="1244600"/>
            <a:ext cx="5253990"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3" name="标题"/>
          <p:cNvSpPr txBox="1">
            <a:spLocks noGrp="1"/>
          </p:cNvSpPr>
          <p:nvPr>
            <p:ph type="title" idx="4"/>
            <p:custDataLst>
              <p:tags r:id="rId6"/>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a:sym typeface="+mn-ea"/>
              </a:rPr>
              <a:t>单击此处编辑母版标题样式</a:t>
            </a:r>
            <a:endParaRPr>
              <a:sym typeface="+mn-ea"/>
            </a:endParaRPr>
          </a:p>
        </p:txBody>
      </p:sp>
      <p:sp>
        <p:nvSpPr>
          <p:cNvPr id="12" name="矩形 11"/>
          <p:cNvSpPr/>
          <p:nvPr userDrawn="1">
            <p:custDataLst>
              <p:tags r:id="rId7"/>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1" name="正文"/>
          <p:cNvSpPr txBox="1">
            <a:spLocks noGrp="1"/>
          </p:cNvSpPr>
          <p:nvPr>
            <p:ph idx="2"/>
            <p:custDataLst>
              <p:tags r:id="rId8"/>
            </p:custDataLst>
          </p:nvPr>
        </p:nvSpPr>
        <p:spPr>
          <a:xfrm>
            <a:off x="6235065" y="1719580"/>
            <a:ext cx="5260975"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0" name="正文"/>
          <p:cNvSpPr txBox="1">
            <a:spLocks noGrp="1"/>
          </p:cNvSpPr>
          <p:nvPr>
            <p:ph idx="1"/>
            <p:custDataLst>
              <p:tags r:id="rId9"/>
            </p:custDataLst>
          </p:nvPr>
        </p:nvSpPr>
        <p:spPr>
          <a:xfrm>
            <a:off x="696595" y="1719580"/>
            <a:ext cx="5253990"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7" name="日期占位符 6"/>
          <p:cNvSpPr>
            <a:spLocks noGrp="1"/>
          </p:cNvSpPr>
          <p:nvPr>
            <p:ph type="dt" sz="half" idx="10"/>
            <p:custDataLst>
              <p:tags r:id="rId10"/>
            </p:custDataLst>
          </p:nvPr>
        </p:nvSpPr>
        <p:spPr>
          <a:xfrm>
            <a:off x="686435" y="6356350"/>
            <a:ext cx="2894965" cy="365125"/>
          </a:xfrm>
        </p:spPr>
        <p:txBody>
          <a:bodyPr/>
          <a:lstStyle/>
          <a:p>
            <a:fld id="{AC1B7B3F-A56B-4310-A966-BD55D80449F1}"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12"/>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标题"/>
          <p:cNvSpPr txBox="1">
            <a:spLocks noGrp="1"/>
          </p:cNvSpPr>
          <p:nvPr>
            <p:ph type="title" idx="2"/>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6"/>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日期占位符 1"/>
          <p:cNvSpPr>
            <a:spLocks noGrp="1"/>
          </p:cNvSpPr>
          <p:nvPr>
            <p:ph type="dt" sz="half" idx="10"/>
            <p:custDataLst>
              <p:tags r:id="rId4"/>
            </p:custDataLst>
          </p:nvPr>
        </p:nvSpPr>
        <p:spPr/>
        <p:txBody>
          <a:bodyPr/>
          <a:lstStyle/>
          <a:p>
            <a:fld id="{AC1B7B3F-A56B-4310-A966-BD55D80449F1}"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4" name="灯片编号占位符 3"/>
          <p:cNvSpPr>
            <a:spLocks noGrp="1"/>
          </p:cNvSpPr>
          <p:nvPr>
            <p:ph type="sldNum" sz="quarter" idx="12"/>
            <p:custDataLst>
              <p:tags r:id="rId6"/>
            </p:custDataLst>
          </p:nvPr>
        </p:nvSpPr>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正文"/>
          <p:cNvSpPr txBox="1">
            <a:spLocks noGrp="1"/>
          </p:cNvSpPr>
          <p:nvPr>
            <p:ph idx="1"/>
            <p:custDataLst>
              <p:tags r:id="rId4"/>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5"/>
            </p:custDataLst>
          </p:nvPr>
        </p:nvSpPr>
        <p:spPr>
          <a:xfrm>
            <a:off x="695960" y="6356350"/>
            <a:ext cx="288544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pic>
        <p:nvPicPr>
          <p:cNvPr id="9" name="图片 8"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3" hasCustomPrompt="1"/>
            <p:custDataLst>
              <p:tags r:id="rId4"/>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300" normalizeH="0" baseline="0" noProof="1" dirty="0">
                <a:solidFill>
                  <a:schemeClr val="tx1">
                    <a:lumMod val="75000"/>
                    <a:lumOff val="25000"/>
                  </a:schemeClr>
                </a:solidFill>
                <a:latin typeface="+mj-ea"/>
                <a:ea typeface="+mj-ea"/>
                <a:cs typeface="MiSans Heavy" panose="00000A00000000000000"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7"/>
            </p:custDataLst>
          </p:nvPr>
        </p:nvSpPr>
        <p:spPr>
          <a:xfrm>
            <a:off x="699770" y="6356350"/>
            <a:ext cx="288163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15"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8" name="标题"/>
          <p:cNvSpPr txBox="1">
            <a:spLocks noGrp="1"/>
          </p:cNvSpPr>
          <p:nvPr>
            <p:ph type="title" idx="2" hasCustomPrompt="1"/>
            <p:custDataLst>
              <p:tags r:id="rId4"/>
            </p:custDataLst>
          </p:nvPr>
        </p:nvSpPr>
        <p:spPr>
          <a:xfrm>
            <a:off x="904875" y="1714500"/>
            <a:ext cx="7571105" cy="1934210"/>
          </a:xfrm>
          <a:prstGeom prst="rect">
            <a:avLst/>
          </a:prstGeom>
          <a:noFill/>
        </p:spPr>
        <p:txBody>
          <a:bodyPr vert="horz" wrap="square" lIns="0" tIns="0" rIns="0" bIns="0" rtlCol="0" anchor="ctr"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署名"/>
          <p:cNvSpPr txBox="1">
            <a:spLocks noGrp="1"/>
          </p:cNvSpPr>
          <p:nvPr>
            <p:ph type="body" idx="1" hasCustomPrompt="1"/>
            <p:custDataLst>
              <p:tags r:id="rId5"/>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6"/>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4"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9" name="署名"/>
          <p:cNvSpPr txBox="1">
            <a:spLocks noGrp="1"/>
          </p:cNvSpPr>
          <p:nvPr>
            <p:ph type="body" idx="3" hasCustomPrompt="1"/>
            <p:custDataLst>
              <p:tags r:id="rId4"/>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a:sym typeface="+mn-ea"/>
              </a:rPr>
              <a:t>单击此处编辑文本</a:t>
            </a:r>
            <a:endParaRPr>
              <a:sym typeface="+mn-ea"/>
            </a:endParaRPr>
          </a:p>
        </p:txBody>
      </p:sp>
      <p:sp>
        <p:nvSpPr>
          <p:cNvPr id="8" name="标题"/>
          <p:cNvSpPr txBox="1">
            <a:spLocks noGrp="1"/>
          </p:cNvSpPr>
          <p:nvPr>
            <p:ph type="title" idx="2" hasCustomPrompt="1"/>
            <p:custDataLst>
              <p:tags r:id="rId5"/>
            </p:custDataLst>
          </p:nvPr>
        </p:nvSpPr>
        <p:spPr>
          <a:xfrm>
            <a:off x="904875" y="2458720"/>
            <a:ext cx="7571105" cy="1189990"/>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正文"/>
          <p:cNvSpPr txBox="1">
            <a:spLocks noGrp="1"/>
          </p:cNvSpPr>
          <p:nvPr>
            <p:ph type="body" idx="1" hasCustomPrompt="1"/>
            <p:custDataLst>
              <p:tags r:id="rId6"/>
            </p:custDataLst>
          </p:nvPr>
        </p:nvSpPr>
        <p:spPr>
          <a:xfrm>
            <a:off x="904875" y="1689735"/>
            <a:ext cx="7571105" cy="638175"/>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24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单击此处编辑母版副标题样式</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10" name="PA-图片 4"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PA-正文"/>
          <p:cNvSpPr txBox="1">
            <a:spLocks noGrp="1"/>
          </p:cNvSpPr>
          <p:nvPr>
            <p:ph idx="3"/>
            <p:custDataLst>
              <p:tags r:id="rId4"/>
            </p:custDataLst>
          </p:nvPr>
        </p:nvSpPr>
        <p:spPr>
          <a:xfrm>
            <a:off x="695325" y="1245235"/>
            <a:ext cx="10800715"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Heavy" panose="00000A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sym typeface="+mn-ea"/>
              </a:rPr>
              <a:t>单击此处编辑母版文本样式</a:t>
            </a:r>
            <a:endParaRPr dirty="0">
              <a:sym typeface="+mn-ea"/>
            </a:endParaRP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8" name="PA-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0" normalizeH="0" baseline="0" noProof="1" dirty="0">
                <a:solidFill>
                  <a:schemeClr val="accent1"/>
                </a:solidFill>
                <a:latin typeface="+mj-lt"/>
                <a:ea typeface="+mj-ea"/>
                <a:cs typeface="MiSans Heavy" panose="00000A00000000000000" charset="-122"/>
                <a:sym typeface="+mn-ea"/>
              </a:defRPr>
            </a:lvl1pPr>
          </a:lstStyle>
          <a:p>
            <a:pPr lvl="0" algn="l">
              <a:buClrTx/>
              <a:buSzTx/>
              <a:buFontTx/>
            </a:pPr>
            <a:r>
              <a:rPr dirty="0">
                <a:sym typeface="+mn-ea"/>
              </a:rPr>
              <a:t>单击此处编辑母版标题样式</a:t>
            </a:r>
            <a:endParaRPr dirty="0">
              <a:sym typeface="+mn-ea"/>
            </a:endParaRPr>
          </a:p>
        </p:txBody>
      </p:sp>
      <p:sp>
        <p:nvSpPr>
          <p:cNvPr id="7" name="PA-矩形 1"/>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4" name="日期占位符 3"/>
          <p:cNvSpPr>
            <a:spLocks noGrp="1"/>
          </p:cNvSpPr>
          <p:nvPr>
            <p:ph type="dt" sz="half" idx="10"/>
            <p:custDataLst>
              <p:tags r:id="rId7"/>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88099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798830" y="523875"/>
            <a:ext cx="1866265" cy="342900"/>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798830" y="866775"/>
            <a:ext cx="1866265" cy="105981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24" name="图片 23"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pic>
        <p:nvPicPr>
          <p:cNvPr id="53" name="图形 52"/>
          <p:cNvPicPr>
            <a:picLocks noChangeAspect="1"/>
          </p:cNvPicPr>
          <p:nvPr>
            <p:custDataLst>
              <p:tags r:id="rId4"/>
            </p:custDataLst>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08915" y="6143342"/>
            <a:ext cx="187891" cy="187891"/>
          </a:xfrm>
          <a:prstGeom prst="rect">
            <a:avLst/>
          </a:prstGeom>
        </p:spPr>
      </p:pic>
      <p:cxnSp>
        <p:nvCxnSpPr>
          <p:cNvPr id="9" name="直接连接符 8"/>
          <p:cNvCxnSpPr/>
          <p:nvPr>
            <p:custDataLst>
              <p:tags r:id="rId7"/>
            </p:custDataLst>
          </p:nvPr>
        </p:nvCxnSpPr>
        <p:spPr>
          <a:xfrm>
            <a:off x="857760" y="4520059"/>
            <a:ext cx="5769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节编号"/>
          <p:cNvSpPr txBox="1">
            <a:spLocks noGrp="1"/>
          </p:cNvSpPr>
          <p:nvPr>
            <p:ph type="body" idx="2" hasCustomPrompt="1"/>
            <p:custDataLst>
              <p:tags r:id="rId8"/>
            </p:custDataLst>
          </p:nvPr>
        </p:nvSpPr>
        <p:spPr>
          <a:xfrm>
            <a:off x="857885" y="1802130"/>
            <a:ext cx="6318885" cy="52197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32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1" hasCustomPrompt="1"/>
            <p:custDataLst>
              <p:tags r:id="rId9"/>
            </p:custDataLst>
          </p:nvPr>
        </p:nvSpPr>
        <p:spPr>
          <a:xfrm>
            <a:off x="857250" y="2505075"/>
            <a:ext cx="6318885" cy="1572895"/>
          </a:xfrm>
          <a:prstGeom prst="rect">
            <a:avLst/>
          </a:prstGeom>
          <a:noFill/>
        </p:spPr>
        <p:txBody>
          <a:bodyPr vert="horz" wrap="square" lIns="0" tIns="0" rIns="0" bIns="0" rtlCol="0" anchor="t" anchorCtr="0">
            <a:no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0"/>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2"/>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pic>
        <p:nvPicPr>
          <p:cNvPr id="12" name="图片 11"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1" name="标题"/>
          <p:cNvSpPr txBox="1">
            <a:spLocks noGrp="1"/>
          </p:cNvSpPr>
          <p:nvPr>
            <p:ph type="title" idx="4"/>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10" name="矩形 9"/>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正文"/>
          <p:cNvSpPr txBox="1">
            <a:spLocks noGrp="1"/>
          </p:cNvSpPr>
          <p:nvPr>
            <p:ph idx="2"/>
            <p:custDataLst>
              <p:tags r:id="rId6"/>
            </p:custDataLst>
          </p:nvPr>
        </p:nvSpPr>
        <p:spPr>
          <a:xfrm>
            <a:off x="6400800" y="1244600"/>
            <a:ext cx="509524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8" name="正文"/>
          <p:cNvSpPr txBox="1">
            <a:spLocks noGrp="1"/>
          </p:cNvSpPr>
          <p:nvPr>
            <p:ph idx="1"/>
            <p:custDataLst>
              <p:tags r:id="rId7"/>
            </p:custDataLst>
          </p:nvPr>
        </p:nvSpPr>
        <p:spPr>
          <a:xfrm>
            <a:off x="695325" y="1244600"/>
            <a:ext cx="509016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5" name="日期占位符 4"/>
          <p:cNvSpPr>
            <a:spLocks noGrp="1"/>
          </p:cNvSpPr>
          <p:nvPr>
            <p:ph type="dt" sz="half" idx="10"/>
            <p:custDataLst>
              <p:tags r:id="rId8"/>
            </p:custDataLst>
          </p:nvPr>
        </p:nvSpPr>
        <p:spPr>
          <a:xfrm>
            <a:off x="687070" y="6356350"/>
            <a:ext cx="2894330" cy="365125"/>
          </a:xfrm>
        </p:spPr>
        <p:txBody>
          <a:bodyPr/>
          <a:lstStyle/>
          <a:p>
            <a:fld id="{AC1B7B3F-A56B-4310-A966-BD55D80449F1}"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10"/>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pic>
        <p:nvPicPr>
          <p:cNvPr id="16" name="图片 15"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 name="标题"/>
          <p:cNvSpPr txBox="1">
            <a:spLocks noGrp="1"/>
          </p:cNvSpPr>
          <p:nvPr>
            <p:ph type="title" idx="6"/>
            <p:custDataLst>
              <p:tags r:id="rId4"/>
            </p:custDataLst>
          </p:nvPr>
        </p:nvSpPr>
        <p:spPr>
          <a:xfrm>
            <a:off x="6235065" y="1243330"/>
            <a:ext cx="5260975"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4" name="标题"/>
          <p:cNvSpPr txBox="1">
            <a:spLocks noGrp="1"/>
          </p:cNvSpPr>
          <p:nvPr>
            <p:ph type="title" idx="5"/>
            <p:custDataLst>
              <p:tags r:id="rId5"/>
            </p:custDataLst>
          </p:nvPr>
        </p:nvSpPr>
        <p:spPr>
          <a:xfrm>
            <a:off x="696595" y="1244600"/>
            <a:ext cx="5253990"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3" name="标题"/>
          <p:cNvSpPr txBox="1">
            <a:spLocks noGrp="1"/>
          </p:cNvSpPr>
          <p:nvPr>
            <p:ph type="title" idx="4"/>
            <p:custDataLst>
              <p:tags r:id="rId6"/>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a:sym typeface="+mn-ea"/>
              </a:rPr>
              <a:t>单击此处编辑母版标题样式</a:t>
            </a:r>
            <a:endParaRPr>
              <a:sym typeface="+mn-ea"/>
            </a:endParaRPr>
          </a:p>
        </p:txBody>
      </p:sp>
      <p:sp>
        <p:nvSpPr>
          <p:cNvPr id="12" name="矩形 11"/>
          <p:cNvSpPr/>
          <p:nvPr userDrawn="1">
            <p:custDataLst>
              <p:tags r:id="rId7"/>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1" name="正文"/>
          <p:cNvSpPr txBox="1">
            <a:spLocks noGrp="1"/>
          </p:cNvSpPr>
          <p:nvPr>
            <p:ph idx="2"/>
            <p:custDataLst>
              <p:tags r:id="rId8"/>
            </p:custDataLst>
          </p:nvPr>
        </p:nvSpPr>
        <p:spPr>
          <a:xfrm>
            <a:off x="6235065" y="1719580"/>
            <a:ext cx="5260975"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0" name="正文"/>
          <p:cNvSpPr txBox="1">
            <a:spLocks noGrp="1"/>
          </p:cNvSpPr>
          <p:nvPr>
            <p:ph idx="1"/>
            <p:custDataLst>
              <p:tags r:id="rId9"/>
            </p:custDataLst>
          </p:nvPr>
        </p:nvSpPr>
        <p:spPr>
          <a:xfrm>
            <a:off x="696595" y="1719580"/>
            <a:ext cx="5253990"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7" name="日期占位符 6"/>
          <p:cNvSpPr>
            <a:spLocks noGrp="1"/>
          </p:cNvSpPr>
          <p:nvPr>
            <p:ph type="dt" sz="half" idx="10"/>
            <p:custDataLst>
              <p:tags r:id="rId10"/>
            </p:custDataLst>
          </p:nvPr>
        </p:nvSpPr>
        <p:spPr>
          <a:xfrm>
            <a:off x="686435" y="6356350"/>
            <a:ext cx="2894965" cy="365125"/>
          </a:xfrm>
        </p:spPr>
        <p:txBody>
          <a:bodyPr/>
          <a:lstStyle/>
          <a:p>
            <a:fld id="{AC1B7B3F-A56B-4310-A966-BD55D80449F1}"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12"/>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标题"/>
          <p:cNvSpPr txBox="1">
            <a:spLocks noGrp="1"/>
          </p:cNvSpPr>
          <p:nvPr>
            <p:ph type="title" idx="2"/>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6"/>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日期占位符 1"/>
          <p:cNvSpPr>
            <a:spLocks noGrp="1"/>
          </p:cNvSpPr>
          <p:nvPr>
            <p:ph type="dt" sz="half" idx="10"/>
            <p:custDataLst>
              <p:tags r:id="rId4"/>
            </p:custDataLst>
          </p:nvPr>
        </p:nvSpPr>
        <p:spPr/>
        <p:txBody>
          <a:bodyPr/>
          <a:lstStyle/>
          <a:p>
            <a:fld id="{AC1B7B3F-A56B-4310-A966-BD55D80449F1}"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4" name="灯片编号占位符 3"/>
          <p:cNvSpPr>
            <a:spLocks noGrp="1"/>
          </p:cNvSpPr>
          <p:nvPr>
            <p:ph type="sldNum" sz="quarter" idx="12"/>
            <p:custDataLst>
              <p:tags r:id="rId6"/>
            </p:custDataLst>
          </p:nvPr>
        </p:nvSpPr>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正文"/>
          <p:cNvSpPr txBox="1">
            <a:spLocks noGrp="1"/>
          </p:cNvSpPr>
          <p:nvPr>
            <p:ph idx="1"/>
            <p:custDataLst>
              <p:tags r:id="rId4"/>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5"/>
            </p:custDataLst>
          </p:nvPr>
        </p:nvSpPr>
        <p:spPr>
          <a:xfrm>
            <a:off x="695960" y="6356350"/>
            <a:ext cx="288544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pic>
        <p:nvPicPr>
          <p:cNvPr id="9" name="图片 8"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3" hasCustomPrompt="1"/>
            <p:custDataLst>
              <p:tags r:id="rId4"/>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300" normalizeH="0" baseline="0" noProof="1" dirty="0">
                <a:solidFill>
                  <a:schemeClr val="tx1">
                    <a:lumMod val="75000"/>
                    <a:lumOff val="25000"/>
                  </a:schemeClr>
                </a:solidFill>
                <a:latin typeface="+mj-ea"/>
                <a:ea typeface="+mj-ea"/>
                <a:cs typeface="MiSans Heavy" panose="00000A00000000000000"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7"/>
            </p:custDataLst>
          </p:nvPr>
        </p:nvSpPr>
        <p:spPr>
          <a:xfrm>
            <a:off x="699770" y="6356350"/>
            <a:ext cx="288163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15"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8" name="标题"/>
          <p:cNvSpPr txBox="1">
            <a:spLocks noGrp="1"/>
          </p:cNvSpPr>
          <p:nvPr>
            <p:ph type="title" idx="2" hasCustomPrompt="1"/>
            <p:custDataLst>
              <p:tags r:id="rId4"/>
            </p:custDataLst>
          </p:nvPr>
        </p:nvSpPr>
        <p:spPr>
          <a:xfrm>
            <a:off x="904875" y="1714500"/>
            <a:ext cx="7571105" cy="1934210"/>
          </a:xfrm>
          <a:prstGeom prst="rect">
            <a:avLst/>
          </a:prstGeom>
          <a:noFill/>
        </p:spPr>
        <p:txBody>
          <a:bodyPr vert="horz" wrap="square" lIns="0" tIns="0" rIns="0" bIns="0" rtlCol="0" anchor="ctr"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署名"/>
          <p:cNvSpPr txBox="1">
            <a:spLocks noGrp="1"/>
          </p:cNvSpPr>
          <p:nvPr>
            <p:ph type="body" idx="1" hasCustomPrompt="1"/>
            <p:custDataLst>
              <p:tags r:id="rId5"/>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6"/>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4"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9" name="署名"/>
          <p:cNvSpPr txBox="1">
            <a:spLocks noGrp="1"/>
          </p:cNvSpPr>
          <p:nvPr>
            <p:ph type="body" idx="3" hasCustomPrompt="1"/>
            <p:custDataLst>
              <p:tags r:id="rId4"/>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a:sym typeface="+mn-ea"/>
              </a:rPr>
              <a:t>单击此处编辑文本</a:t>
            </a:r>
            <a:endParaRPr>
              <a:sym typeface="+mn-ea"/>
            </a:endParaRPr>
          </a:p>
        </p:txBody>
      </p:sp>
      <p:sp>
        <p:nvSpPr>
          <p:cNvPr id="8" name="标题"/>
          <p:cNvSpPr txBox="1">
            <a:spLocks noGrp="1"/>
          </p:cNvSpPr>
          <p:nvPr>
            <p:ph type="title" idx="2" hasCustomPrompt="1"/>
            <p:custDataLst>
              <p:tags r:id="rId5"/>
            </p:custDataLst>
          </p:nvPr>
        </p:nvSpPr>
        <p:spPr>
          <a:xfrm>
            <a:off x="904875" y="2458720"/>
            <a:ext cx="7571105" cy="1189990"/>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正文"/>
          <p:cNvSpPr txBox="1">
            <a:spLocks noGrp="1"/>
          </p:cNvSpPr>
          <p:nvPr>
            <p:ph type="body" idx="1" hasCustomPrompt="1"/>
            <p:custDataLst>
              <p:tags r:id="rId6"/>
            </p:custDataLst>
          </p:nvPr>
        </p:nvSpPr>
        <p:spPr>
          <a:xfrm>
            <a:off x="904875" y="1689735"/>
            <a:ext cx="7571105" cy="638175"/>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24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单击此处编辑母版副标题样式</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10" name="PA-图片 4"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PA-正文"/>
          <p:cNvSpPr txBox="1">
            <a:spLocks noGrp="1"/>
          </p:cNvSpPr>
          <p:nvPr>
            <p:ph idx="3"/>
            <p:custDataLst>
              <p:tags r:id="rId4"/>
            </p:custDataLst>
          </p:nvPr>
        </p:nvSpPr>
        <p:spPr>
          <a:xfrm>
            <a:off x="695325" y="1245235"/>
            <a:ext cx="10800715"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Heavy" panose="00000A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sym typeface="+mn-ea"/>
              </a:rPr>
              <a:t>单击此处编辑母版文本样式</a:t>
            </a:r>
            <a:endParaRPr dirty="0">
              <a:sym typeface="+mn-ea"/>
            </a:endParaRP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8" name="PA-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0" normalizeH="0" baseline="0" noProof="1" dirty="0">
                <a:solidFill>
                  <a:schemeClr val="accent1"/>
                </a:solidFill>
                <a:latin typeface="+mj-lt"/>
                <a:ea typeface="+mj-ea"/>
                <a:cs typeface="MiSans Heavy" panose="00000A00000000000000" charset="-122"/>
                <a:sym typeface="+mn-ea"/>
              </a:defRPr>
            </a:lvl1pPr>
          </a:lstStyle>
          <a:p>
            <a:pPr lvl="0" algn="l">
              <a:buClrTx/>
              <a:buSzTx/>
              <a:buFontTx/>
            </a:pPr>
            <a:r>
              <a:rPr dirty="0">
                <a:sym typeface="+mn-ea"/>
              </a:rPr>
              <a:t>单击此处编辑母版标题样式</a:t>
            </a:r>
            <a:endParaRPr dirty="0">
              <a:sym typeface="+mn-ea"/>
            </a:endParaRPr>
          </a:p>
        </p:txBody>
      </p:sp>
      <p:sp>
        <p:nvSpPr>
          <p:cNvPr id="7" name="PA-矩形 1"/>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4" name="日期占位符 3"/>
          <p:cNvSpPr>
            <a:spLocks noGrp="1"/>
          </p:cNvSpPr>
          <p:nvPr>
            <p:ph type="dt" sz="half" idx="10"/>
            <p:custDataLst>
              <p:tags r:id="rId7"/>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88099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798830" y="523875"/>
            <a:ext cx="1866265" cy="342900"/>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798830" y="866775"/>
            <a:ext cx="1866265" cy="105981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24" name="图片 23"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pic>
        <p:nvPicPr>
          <p:cNvPr id="53" name="图形 52"/>
          <p:cNvPicPr>
            <a:picLocks noChangeAspect="1"/>
          </p:cNvPicPr>
          <p:nvPr>
            <p:custDataLst>
              <p:tags r:id="rId4"/>
            </p:custDataLst>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08915" y="6143342"/>
            <a:ext cx="187891" cy="187891"/>
          </a:xfrm>
          <a:prstGeom prst="rect">
            <a:avLst/>
          </a:prstGeom>
        </p:spPr>
      </p:pic>
      <p:cxnSp>
        <p:nvCxnSpPr>
          <p:cNvPr id="9" name="直接连接符 8"/>
          <p:cNvCxnSpPr/>
          <p:nvPr>
            <p:custDataLst>
              <p:tags r:id="rId7"/>
            </p:custDataLst>
          </p:nvPr>
        </p:nvCxnSpPr>
        <p:spPr>
          <a:xfrm>
            <a:off x="857760" y="4520059"/>
            <a:ext cx="5769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节编号"/>
          <p:cNvSpPr txBox="1">
            <a:spLocks noGrp="1"/>
          </p:cNvSpPr>
          <p:nvPr>
            <p:ph type="body" idx="2" hasCustomPrompt="1"/>
            <p:custDataLst>
              <p:tags r:id="rId8"/>
            </p:custDataLst>
          </p:nvPr>
        </p:nvSpPr>
        <p:spPr>
          <a:xfrm>
            <a:off x="857885" y="1802130"/>
            <a:ext cx="6318885" cy="52197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32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1" hasCustomPrompt="1"/>
            <p:custDataLst>
              <p:tags r:id="rId9"/>
            </p:custDataLst>
          </p:nvPr>
        </p:nvSpPr>
        <p:spPr>
          <a:xfrm>
            <a:off x="857250" y="2505075"/>
            <a:ext cx="6318885" cy="1572895"/>
          </a:xfrm>
          <a:prstGeom prst="rect">
            <a:avLst/>
          </a:prstGeom>
          <a:noFill/>
        </p:spPr>
        <p:txBody>
          <a:bodyPr vert="horz" wrap="square" lIns="0" tIns="0" rIns="0" bIns="0" rtlCol="0" anchor="t" anchorCtr="0">
            <a:no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0"/>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2"/>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pic>
        <p:nvPicPr>
          <p:cNvPr id="12" name="图片 11"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1" name="标题"/>
          <p:cNvSpPr txBox="1">
            <a:spLocks noGrp="1"/>
          </p:cNvSpPr>
          <p:nvPr>
            <p:ph type="title" idx="4"/>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10" name="矩形 9"/>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正文"/>
          <p:cNvSpPr txBox="1">
            <a:spLocks noGrp="1"/>
          </p:cNvSpPr>
          <p:nvPr>
            <p:ph idx="2"/>
            <p:custDataLst>
              <p:tags r:id="rId6"/>
            </p:custDataLst>
          </p:nvPr>
        </p:nvSpPr>
        <p:spPr>
          <a:xfrm>
            <a:off x="6400800" y="1244600"/>
            <a:ext cx="509524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8" name="正文"/>
          <p:cNvSpPr txBox="1">
            <a:spLocks noGrp="1"/>
          </p:cNvSpPr>
          <p:nvPr>
            <p:ph idx="1"/>
            <p:custDataLst>
              <p:tags r:id="rId7"/>
            </p:custDataLst>
          </p:nvPr>
        </p:nvSpPr>
        <p:spPr>
          <a:xfrm>
            <a:off x="695325" y="1244600"/>
            <a:ext cx="509016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5" name="日期占位符 4"/>
          <p:cNvSpPr>
            <a:spLocks noGrp="1"/>
          </p:cNvSpPr>
          <p:nvPr>
            <p:ph type="dt" sz="half" idx="10"/>
            <p:custDataLst>
              <p:tags r:id="rId8"/>
            </p:custDataLst>
          </p:nvPr>
        </p:nvSpPr>
        <p:spPr>
          <a:xfrm>
            <a:off x="687070" y="6356350"/>
            <a:ext cx="2894330" cy="365125"/>
          </a:xfrm>
        </p:spPr>
        <p:txBody>
          <a:bodyPr/>
          <a:lstStyle/>
          <a:p>
            <a:fld id="{AC1B7B3F-A56B-4310-A966-BD55D80449F1}"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10"/>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pic>
        <p:nvPicPr>
          <p:cNvPr id="16" name="图片 15"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 name="标题"/>
          <p:cNvSpPr txBox="1">
            <a:spLocks noGrp="1"/>
          </p:cNvSpPr>
          <p:nvPr>
            <p:ph type="title" idx="6"/>
            <p:custDataLst>
              <p:tags r:id="rId4"/>
            </p:custDataLst>
          </p:nvPr>
        </p:nvSpPr>
        <p:spPr>
          <a:xfrm>
            <a:off x="6235065" y="1243330"/>
            <a:ext cx="5260975"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4" name="标题"/>
          <p:cNvSpPr txBox="1">
            <a:spLocks noGrp="1"/>
          </p:cNvSpPr>
          <p:nvPr>
            <p:ph type="title" idx="5"/>
            <p:custDataLst>
              <p:tags r:id="rId5"/>
            </p:custDataLst>
          </p:nvPr>
        </p:nvSpPr>
        <p:spPr>
          <a:xfrm>
            <a:off x="696595" y="1244600"/>
            <a:ext cx="5253990"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3" name="标题"/>
          <p:cNvSpPr txBox="1">
            <a:spLocks noGrp="1"/>
          </p:cNvSpPr>
          <p:nvPr>
            <p:ph type="title" idx="4"/>
            <p:custDataLst>
              <p:tags r:id="rId6"/>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a:sym typeface="+mn-ea"/>
              </a:rPr>
              <a:t>单击此处编辑母版标题样式</a:t>
            </a:r>
            <a:endParaRPr>
              <a:sym typeface="+mn-ea"/>
            </a:endParaRPr>
          </a:p>
        </p:txBody>
      </p:sp>
      <p:sp>
        <p:nvSpPr>
          <p:cNvPr id="12" name="矩形 11"/>
          <p:cNvSpPr/>
          <p:nvPr userDrawn="1">
            <p:custDataLst>
              <p:tags r:id="rId7"/>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1" name="正文"/>
          <p:cNvSpPr txBox="1">
            <a:spLocks noGrp="1"/>
          </p:cNvSpPr>
          <p:nvPr>
            <p:ph idx="2"/>
            <p:custDataLst>
              <p:tags r:id="rId8"/>
            </p:custDataLst>
          </p:nvPr>
        </p:nvSpPr>
        <p:spPr>
          <a:xfrm>
            <a:off x="6235065" y="1719580"/>
            <a:ext cx="5260975"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0" name="正文"/>
          <p:cNvSpPr txBox="1">
            <a:spLocks noGrp="1"/>
          </p:cNvSpPr>
          <p:nvPr>
            <p:ph idx="1"/>
            <p:custDataLst>
              <p:tags r:id="rId9"/>
            </p:custDataLst>
          </p:nvPr>
        </p:nvSpPr>
        <p:spPr>
          <a:xfrm>
            <a:off x="696595" y="1719580"/>
            <a:ext cx="5253990"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7" name="日期占位符 6"/>
          <p:cNvSpPr>
            <a:spLocks noGrp="1"/>
          </p:cNvSpPr>
          <p:nvPr>
            <p:ph type="dt" sz="half" idx="10"/>
            <p:custDataLst>
              <p:tags r:id="rId10"/>
            </p:custDataLst>
          </p:nvPr>
        </p:nvSpPr>
        <p:spPr>
          <a:xfrm>
            <a:off x="686435" y="6356350"/>
            <a:ext cx="2894965" cy="365125"/>
          </a:xfrm>
        </p:spPr>
        <p:txBody>
          <a:bodyPr/>
          <a:lstStyle/>
          <a:p>
            <a:fld id="{AC1B7B3F-A56B-4310-A966-BD55D80449F1}"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12"/>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标题"/>
          <p:cNvSpPr txBox="1">
            <a:spLocks noGrp="1"/>
          </p:cNvSpPr>
          <p:nvPr>
            <p:ph type="title" idx="2"/>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6"/>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日期占位符 1"/>
          <p:cNvSpPr>
            <a:spLocks noGrp="1"/>
          </p:cNvSpPr>
          <p:nvPr>
            <p:ph type="dt" sz="half" idx="10"/>
            <p:custDataLst>
              <p:tags r:id="rId4"/>
            </p:custDataLst>
          </p:nvPr>
        </p:nvSpPr>
        <p:spPr/>
        <p:txBody>
          <a:bodyPr/>
          <a:lstStyle/>
          <a:p>
            <a:fld id="{AC1B7B3F-A56B-4310-A966-BD55D80449F1}"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4" name="灯片编号占位符 3"/>
          <p:cNvSpPr>
            <a:spLocks noGrp="1"/>
          </p:cNvSpPr>
          <p:nvPr>
            <p:ph type="sldNum" sz="quarter" idx="12"/>
            <p:custDataLst>
              <p:tags r:id="rId6"/>
            </p:custDataLst>
          </p:nvPr>
        </p:nvSpPr>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正文"/>
          <p:cNvSpPr txBox="1">
            <a:spLocks noGrp="1"/>
          </p:cNvSpPr>
          <p:nvPr>
            <p:ph idx="1"/>
            <p:custDataLst>
              <p:tags r:id="rId4"/>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5"/>
            </p:custDataLst>
          </p:nvPr>
        </p:nvSpPr>
        <p:spPr>
          <a:xfrm>
            <a:off x="695960" y="6356350"/>
            <a:ext cx="288544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pic>
        <p:nvPicPr>
          <p:cNvPr id="9" name="图片 8"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3" hasCustomPrompt="1"/>
            <p:custDataLst>
              <p:tags r:id="rId4"/>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300" normalizeH="0" baseline="0" noProof="1" dirty="0">
                <a:solidFill>
                  <a:schemeClr val="tx1">
                    <a:lumMod val="75000"/>
                    <a:lumOff val="25000"/>
                  </a:schemeClr>
                </a:solidFill>
                <a:latin typeface="+mj-ea"/>
                <a:ea typeface="+mj-ea"/>
                <a:cs typeface="MiSans Heavy" panose="00000A00000000000000"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7"/>
            </p:custDataLst>
          </p:nvPr>
        </p:nvSpPr>
        <p:spPr>
          <a:xfrm>
            <a:off x="699770" y="6356350"/>
            <a:ext cx="288163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15"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8" name="标题"/>
          <p:cNvSpPr txBox="1">
            <a:spLocks noGrp="1"/>
          </p:cNvSpPr>
          <p:nvPr>
            <p:ph type="title" idx="2" hasCustomPrompt="1"/>
            <p:custDataLst>
              <p:tags r:id="rId4"/>
            </p:custDataLst>
          </p:nvPr>
        </p:nvSpPr>
        <p:spPr>
          <a:xfrm>
            <a:off x="904875" y="1714500"/>
            <a:ext cx="7571105" cy="1934210"/>
          </a:xfrm>
          <a:prstGeom prst="rect">
            <a:avLst/>
          </a:prstGeom>
          <a:noFill/>
        </p:spPr>
        <p:txBody>
          <a:bodyPr vert="horz" wrap="square" lIns="0" tIns="0" rIns="0" bIns="0" rtlCol="0" anchor="ctr"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署名"/>
          <p:cNvSpPr txBox="1">
            <a:spLocks noGrp="1"/>
          </p:cNvSpPr>
          <p:nvPr>
            <p:ph type="body" idx="1" hasCustomPrompt="1"/>
            <p:custDataLst>
              <p:tags r:id="rId5"/>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6"/>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4"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9" name="署名"/>
          <p:cNvSpPr txBox="1">
            <a:spLocks noGrp="1"/>
          </p:cNvSpPr>
          <p:nvPr>
            <p:ph type="body" idx="3" hasCustomPrompt="1"/>
            <p:custDataLst>
              <p:tags r:id="rId4"/>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a:sym typeface="+mn-ea"/>
              </a:rPr>
              <a:t>单击此处编辑文本</a:t>
            </a:r>
            <a:endParaRPr>
              <a:sym typeface="+mn-ea"/>
            </a:endParaRPr>
          </a:p>
        </p:txBody>
      </p:sp>
      <p:sp>
        <p:nvSpPr>
          <p:cNvPr id="8" name="标题"/>
          <p:cNvSpPr txBox="1">
            <a:spLocks noGrp="1"/>
          </p:cNvSpPr>
          <p:nvPr>
            <p:ph type="title" idx="2" hasCustomPrompt="1"/>
            <p:custDataLst>
              <p:tags r:id="rId5"/>
            </p:custDataLst>
          </p:nvPr>
        </p:nvSpPr>
        <p:spPr>
          <a:xfrm>
            <a:off x="904875" y="2458720"/>
            <a:ext cx="7571105" cy="1189990"/>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正文"/>
          <p:cNvSpPr txBox="1">
            <a:spLocks noGrp="1"/>
          </p:cNvSpPr>
          <p:nvPr>
            <p:ph type="body" idx="1" hasCustomPrompt="1"/>
            <p:custDataLst>
              <p:tags r:id="rId6"/>
            </p:custDataLst>
          </p:nvPr>
        </p:nvSpPr>
        <p:spPr>
          <a:xfrm>
            <a:off x="904875" y="1689735"/>
            <a:ext cx="7571105" cy="638175"/>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24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单击此处编辑母版副标题样式</a:t>
            </a:r>
            <a:endParaRPr dirty="0">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10" name="PA-图片 4"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PA-正文"/>
          <p:cNvSpPr txBox="1">
            <a:spLocks noGrp="1"/>
          </p:cNvSpPr>
          <p:nvPr>
            <p:ph idx="3"/>
            <p:custDataLst>
              <p:tags r:id="rId4"/>
            </p:custDataLst>
          </p:nvPr>
        </p:nvSpPr>
        <p:spPr>
          <a:xfrm>
            <a:off x="695325" y="1245235"/>
            <a:ext cx="10800715"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Heavy" panose="00000A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sym typeface="+mn-ea"/>
              </a:rPr>
              <a:t>单击此处编辑母版文本样式</a:t>
            </a:r>
            <a:endParaRPr dirty="0">
              <a:sym typeface="+mn-ea"/>
            </a:endParaRP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8" name="PA-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0" normalizeH="0" baseline="0" noProof="1" dirty="0">
                <a:solidFill>
                  <a:schemeClr val="accent1"/>
                </a:solidFill>
                <a:latin typeface="+mj-lt"/>
                <a:ea typeface="+mj-ea"/>
                <a:cs typeface="MiSans Heavy" panose="00000A00000000000000" charset="-122"/>
                <a:sym typeface="+mn-ea"/>
              </a:defRPr>
            </a:lvl1pPr>
          </a:lstStyle>
          <a:p>
            <a:pPr lvl="0" algn="l">
              <a:buClrTx/>
              <a:buSzTx/>
              <a:buFontTx/>
            </a:pPr>
            <a:r>
              <a:rPr dirty="0">
                <a:sym typeface="+mn-ea"/>
              </a:rPr>
              <a:t>单击此处编辑母版标题样式</a:t>
            </a:r>
            <a:endParaRPr dirty="0">
              <a:sym typeface="+mn-ea"/>
            </a:endParaRPr>
          </a:p>
        </p:txBody>
      </p:sp>
      <p:sp>
        <p:nvSpPr>
          <p:cNvPr id="7" name="PA-矩形 1"/>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4" name="日期占位符 3"/>
          <p:cNvSpPr>
            <a:spLocks noGrp="1"/>
          </p:cNvSpPr>
          <p:nvPr>
            <p:ph type="dt" sz="half" idx="10"/>
            <p:custDataLst>
              <p:tags r:id="rId7"/>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9"/>
            </p:custDataLst>
          </p:nvPr>
        </p:nvSpPr>
        <p:spPr>
          <a:xfrm>
            <a:off x="8610600" y="6356350"/>
            <a:ext cx="288099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7" name="图片 36"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2" hasCustomPrompt="1"/>
            <p:custDataLst>
              <p:tags r:id="rId4"/>
            </p:custDataLst>
          </p:nvPr>
        </p:nvSpPr>
        <p:spPr>
          <a:xfrm>
            <a:off x="798830" y="523875"/>
            <a:ext cx="1866265" cy="342900"/>
          </a:xfrm>
          <a:prstGeom prst="rect">
            <a:avLst/>
          </a:prstGeom>
          <a:noFill/>
        </p:spPr>
        <p:txBody>
          <a:bodyPr vert="horz" wrap="square" lIns="107950" tIns="0" rIns="91440" bIns="0" rtlCol="0" anchor="b" anchorCtr="0">
            <a:normAutofit/>
          </a:bodyPr>
          <a:lstStyle>
            <a:lvl1pPr marL="0" marR="0" lvl="0" algn="l" defTabSz="914400" rtl="0" eaLnBrk="1" fontAlgn="auto" latinLnBrk="0" hangingPunct="1">
              <a:lnSpc>
                <a:spcPct val="100000"/>
              </a:lnSpc>
              <a:buClrTx/>
              <a:buSzTx/>
              <a:buFontTx/>
              <a:buNone/>
              <a:defRPr kumimoji="0" lang="en-US" altLang="zh-CN" sz="18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单击编辑副标题</a:t>
            </a:r>
            <a:endParaRPr dirty="0">
              <a:sym typeface="+mn-ea"/>
            </a:endParaRPr>
          </a:p>
        </p:txBody>
      </p:sp>
      <p:sp>
        <p:nvSpPr>
          <p:cNvPr id="6" name="标题"/>
          <p:cNvSpPr txBox="1">
            <a:spLocks noGrp="1"/>
          </p:cNvSpPr>
          <p:nvPr>
            <p:ph type="title" idx="1" hasCustomPrompt="1"/>
            <p:custDataLst>
              <p:tags r:id="rId5"/>
            </p:custDataLst>
          </p:nvPr>
        </p:nvSpPr>
        <p:spPr>
          <a:xfrm>
            <a:off x="798830" y="866775"/>
            <a:ext cx="1866265" cy="1059815"/>
          </a:xfrm>
          <a:prstGeom prst="rect">
            <a:avLst/>
          </a:prstGeom>
          <a:noFill/>
        </p:spPr>
        <p:txBody>
          <a:bodyPr wrap="square" lIns="0" tIns="0" rIns="0" bIns="0" rtlCol="0" anchor="b" anchorCtr="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defRPr>
            </a:lvl1pPr>
          </a:lstStyle>
          <a:p>
            <a:pPr lvl="0"/>
            <a:r>
              <a:rPr dirty="0">
                <a:sym typeface="+mn-ea"/>
              </a:rPr>
              <a:t>标题</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24" name="图片 23"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pic>
        <p:nvPicPr>
          <p:cNvPr id="53" name="图形 52"/>
          <p:cNvPicPr>
            <a:picLocks noChangeAspect="1"/>
          </p:cNvPicPr>
          <p:nvPr>
            <p:custDataLst>
              <p:tags r:id="rId4"/>
            </p:custDataLst>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08915" y="6143342"/>
            <a:ext cx="187891" cy="187891"/>
          </a:xfrm>
          <a:prstGeom prst="rect">
            <a:avLst/>
          </a:prstGeom>
        </p:spPr>
      </p:pic>
      <p:cxnSp>
        <p:nvCxnSpPr>
          <p:cNvPr id="9" name="直接连接符 8"/>
          <p:cNvCxnSpPr/>
          <p:nvPr>
            <p:custDataLst>
              <p:tags r:id="rId7"/>
            </p:custDataLst>
          </p:nvPr>
        </p:nvCxnSpPr>
        <p:spPr>
          <a:xfrm>
            <a:off x="857760" y="4520059"/>
            <a:ext cx="5769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节编号"/>
          <p:cNvSpPr txBox="1">
            <a:spLocks noGrp="1"/>
          </p:cNvSpPr>
          <p:nvPr>
            <p:ph type="body" idx="2" hasCustomPrompt="1"/>
            <p:custDataLst>
              <p:tags r:id="rId8"/>
            </p:custDataLst>
          </p:nvPr>
        </p:nvSpPr>
        <p:spPr>
          <a:xfrm>
            <a:off x="857885" y="1802130"/>
            <a:ext cx="6318885" cy="52197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3200" b="1" i="0" u="none" strike="noStrike" kern="1200" cap="none" spc="0" normalizeH="0" baseline="0" noProof="1" dirty="0">
                <a:solidFill>
                  <a:schemeClr val="accent1"/>
                </a:solidFill>
                <a:latin typeface="+mj-ea"/>
                <a:ea typeface="+mj-ea"/>
                <a:cs typeface="MiSans Heavy" panose="00000A00000000000000"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1" hasCustomPrompt="1"/>
            <p:custDataLst>
              <p:tags r:id="rId9"/>
            </p:custDataLst>
          </p:nvPr>
        </p:nvSpPr>
        <p:spPr>
          <a:xfrm>
            <a:off x="857250" y="2505075"/>
            <a:ext cx="6318885" cy="1572895"/>
          </a:xfrm>
          <a:prstGeom prst="rect">
            <a:avLst/>
          </a:prstGeom>
          <a:noFill/>
        </p:spPr>
        <p:txBody>
          <a:bodyPr vert="horz" wrap="square" lIns="0" tIns="0" rIns="0" bIns="0" rtlCol="0" anchor="t" anchorCtr="0">
            <a:no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0"/>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12"/>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pic>
        <p:nvPicPr>
          <p:cNvPr id="12" name="图片 11"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1" name="标题"/>
          <p:cNvSpPr txBox="1">
            <a:spLocks noGrp="1"/>
          </p:cNvSpPr>
          <p:nvPr>
            <p:ph type="title" idx="4"/>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10" name="矩形 9"/>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正文"/>
          <p:cNvSpPr txBox="1">
            <a:spLocks noGrp="1"/>
          </p:cNvSpPr>
          <p:nvPr>
            <p:ph idx="2"/>
            <p:custDataLst>
              <p:tags r:id="rId6"/>
            </p:custDataLst>
          </p:nvPr>
        </p:nvSpPr>
        <p:spPr>
          <a:xfrm>
            <a:off x="6400800" y="1244600"/>
            <a:ext cx="509524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8" name="正文"/>
          <p:cNvSpPr txBox="1">
            <a:spLocks noGrp="1"/>
          </p:cNvSpPr>
          <p:nvPr>
            <p:ph idx="1"/>
            <p:custDataLst>
              <p:tags r:id="rId7"/>
            </p:custDataLst>
          </p:nvPr>
        </p:nvSpPr>
        <p:spPr>
          <a:xfrm>
            <a:off x="695325" y="1244600"/>
            <a:ext cx="5090160" cy="493204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5" name="日期占位符 4"/>
          <p:cNvSpPr>
            <a:spLocks noGrp="1"/>
          </p:cNvSpPr>
          <p:nvPr>
            <p:ph type="dt" sz="half" idx="10"/>
            <p:custDataLst>
              <p:tags r:id="rId8"/>
            </p:custDataLst>
          </p:nvPr>
        </p:nvSpPr>
        <p:spPr>
          <a:xfrm>
            <a:off x="687070" y="6356350"/>
            <a:ext cx="2894330" cy="365125"/>
          </a:xfrm>
        </p:spPr>
        <p:txBody>
          <a:bodyPr/>
          <a:lstStyle/>
          <a:p>
            <a:fld id="{AC1B7B3F-A56B-4310-A966-BD55D80449F1}"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custDataLst>
              <p:tags r:id="rId10"/>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pic>
        <p:nvPicPr>
          <p:cNvPr id="16" name="图片 15"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 name="标题"/>
          <p:cNvSpPr txBox="1">
            <a:spLocks noGrp="1"/>
          </p:cNvSpPr>
          <p:nvPr>
            <p:ph type="title" idx="6"/>
            <p:custDataLst>
              <p:tags r:id="rId4"/>
            </p:custDataLst>
          </p:nvPr>
        </p:nvSpPr>
        <p:spPr>
          <a:xfrm>
            <a:off x="6235065" y="1243330"/>
            <a:ext cx="5260975"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4" name="标题"/>
          <p:cNvSpPr txBox="1">
            <a:spLocks noGrp="1"/>
          </p:cNvSpPr>
          <p:nvPr>
            <p:ph type="title" idx="5"/>
            <p:custDataLst>
              <p:tags r:id="rId5"/>
            </p:custDataLst>
          </p:nvPr>
        </p:nvSpPr>
        <p:spPr>
          <a:xfrm>
            <a:off x="696595" y="1244600"/>
            <a:ext cx="5253990" cy="4749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solidFill>
                <a:latin typeface="+mj-ea"/>
                <a:ea typeface="+mj-ea"/>
                <a:cs typeface="MiSans Heavy" panose="00000A00000000000000" charset="-122"/>
              </a:defRPr>
            </a:lvl1pPr>
          </a:lstStyle>
          <a:p>
            <a:pPr lvl="0"/>
            <a:r>
              <a:rPr dirty="0">
                <a:sym typeface="+mn-ea"/>
              </a:rPr>
              <a:t>单击此处编辑母版标题样式</a:t>
            </a:r>
            <a:endParaRPr dirty="0">
              <a:sym typeface="+mn-ea"/>
            </a:endParaRPr>
          </a:p>
        </p:txBody>
      </p:sp>
      <p:sp>
        <p:nvSpPr>
          <p:cNvPr id="13" name="标题"/>
          <p:cNvSpPr txBox="1">
            <a:spLocks noGrp="1"/>
          </p:cNvSpPr>
          <p:nvPr>
            <p:ph type="title" idx="4"/>
            <p:custDataLst>
              <p:tags r:id="rId6"/>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a:sym typeface="+mn-ea"/>
              </a:rPr>
              <a:t>单击此处编辑母版标题样式</a:t>
            </a:r>
            <a:endParaRPr>
              <a:sym typeface="+mn-ea"/>
            </a:endParaRPr>
          </a:p>
        </p:txBody>
      </p:sp>
      <p:sp>
        <p:nvSpPr>
          <p:cNvPr id="12" name="矩形 11"/>
          <p:cNvSpPr/>
          <p:nvPr userDrawn="1">
            <p:custDataLst>
              <p:tags r:id="rId7"/>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1" name="正文"/>
          <p:cNvSpPr txBox="1">
            <a:spLocks noGrp="1"/>
          </p:cNvSpPr>
          <p:nvPr>
            <p:ph idx="2"/>
            <p:custDataLst>
              <p:tags r:id="rId8"/>
            </p:custDataLst>
          </p:nvPr>
        </p:nvSpPr>
        <p:spPr>
          <a:xfrm>
            <a:off x="6235065" y="1719580"/>
            <a:ext cx="5260975"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0" name="正文"/>
          <p:cNvSpPr txBox="1">
            <a:spLocks noGrp="1"/>
          </p:cNvSpPr>
          <p:nvPr>
            <p:ph idx="1"/>
            <p:custDataLst>
              <p:tags r:id="rId9"/>
            </p:custDataLst>
          </p:nvPr>
        </p:nvSpPr>
        <p:spPr>
          <a:xfrm>
            <a:off x="696595" y="1719580"/>
            <a:ext cx="5253990" cy="445643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7" name="日期占位符 6"/>
          <p:cNvSpPr>
            <a:spLocks noGrp="1"/>
          </p:cNvSpPr>
          <p:nvPr>
            <p:ph type="dt" sz="half" idx="10"/>
            <p:custDataLst>
              <p:tags r:id="rId10"/>
            </p:custDataLst>
          </p:nvPr>
        </p:nvSpPr>
        <p:spPr>
          <a:xfrm>
            <a:off x="686435" y="6356350"/>
            <a:ext cx="2894965" cy="365125"/>
          </a:xfrm>
        </p:spPr>
        <p:txBody>
          <a:bodyPr/>
          <a:lstStyle/>
          <a:p>
            <a:fld id="{AC1B7B3F-A56B-4310-A966-BD55D80449F1}"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custDataLst>
              <p:tags r:id="rId12"/>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6" name="标题"/>
          <p:cNvSpPr txBox="1">
            <a:spLocks noGrp="1"/>
          </p:cNvSpPr>
          <p:nvPr>
            <p:ph type="title" idx="2"/>
            <p:custDataLst>
              <p:tags r:id="rId4"/>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5"/>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6"/>
            </p:custDataLst>
          </p:nvPr>
        </p:nvSpPr>
        <p:spPr>
          <a:xfrm>
            <a:off x="699135" y="6356350"/>
            <a:ext cx="2882265"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 name="日期占位符 1"/>
          <p:cNvSpPr>
            <a:spLocks noGrp="1"/>
          </p:cNvSpPr>
          <p:nvPr>
            <p:ph type="dt" sz="half" idx="10"/>
            <p:custDataLst>
              <p:tags r:id="rId4"/>
            </p:custDataLst>
          </p:nvPr>
        </p:nvSpPr>
        <p:spPr/>
        <p:txBody>
          <a:bodyPr/>
          <a:lstStyle/>
          <a:p>
            <a:fld id="{AC1B7B3F-A56B-4310-A966-BD55D80449F1}"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4" name="灯片编号占位符 3"/>
          <p:cNvSpPr>
            <a:spLocks noGrp="1"/>
          </p:cNvSpPr>
          <p:nvPr>
            <p:ph type="sldNum" sz="quarter" idx="12"/>
            <p:custDataLst>
              <p:tags r:id="rId6"/>
            </p:custDataLst>
          </p:nvPr>
        </p:nvSpPr>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pic>
        <p:nvPicPr>
          <p:cNvPr id="8" name="图片 7"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正文"/>
          <p:cNvSpPr txBox="1">
            <a:spLocks noGrp="1"/>
          </p:cNvSpPr>
          <p:nvPr>
            <p:ph idx="1"/>
            <p:custDataLst>
              <p:tags r:id="rId4"/>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n-cs"/>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4" name="日期占位符 3"/>
          <p:cNvSpPr>
            <a:spLocks noGrp="1"/>
          </p:cNvSpPr>
          <p:nvPr>
            <p:ph type="dt" sz="half" idx="10"/>
            <p:custDataLst>
              <p:tags r:id="rId5"/>
            </p:custDataLst>
          </p:nvPr>
        </p:nvSpPr>
        <p:spPr>
          <a:xfrm>
            <a:off x="695960" y="6356350"/>
            <a:ext cx="288544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88544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pic>
        <p:nvPicPr>
          <p:cNvPr id="9" name="图片 8" descr="雪地上&#10;&#10;中度可信度描述已自动生成"/>
          <p:cNvPicPr>
            <a:picLocks noChangeAspect="1"/>
          </p:cNvPicPr>
          <p:nvPr userDrawn="1">
            <p:custDataLst>
              <p:tags r:id="rId2"/>
            </p:custDataLst>
          </p:nvPr>
        </p:nvPicPr>
        <p:blipFill rotWithShape="1">
          <a:blip r:embed="rId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副标题"/>
          <p:cNvSpPr txBox="1">
            <a:spLocks noGrp="1"/>
          </p:cNvSpPr>
          <p:nvPr>
            <p:ph type="body" idx="3" hasCustomPrompt="1"/>
            <p:custDataLst>
              <p:tags r:id="rId4"/>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300" normalizeH="0" baseline="0" noProof="1" dirty="0">
                <a:solidFill>
                  <a:schemeClr val="tx1">
                    <a:lumMod val="75000"/>
                    <a:lumOff val="25000"/>
                  </a:schemeClr>
                </a:solidFill>
                <a:latin typeface="+mj-ea"/>
                <a:ea typeface="+mj-ea"/>
                <a:cs typeface="MiSans Heavy" panose="00000A00000000000000" charset="-122"/>
              </a:defRPr>
            </a:lvl1pPr>
          </a:lstStyle>
          <a:p>
            <a:pPr lvl="0" algn="l"/>
            <a:r>
              <a:rPr dirty="0">
                <a:sym typeface="+mn-ea"/>
              </a:rPr>
              <a:t>单击此处编辑母版副标题样式</a:t>
            </a:r>
            <a:endParaRPr dirty="0">
              <a:sym typeface="+mn-ea"/>
            </a:endParaRPr>
          </a:p>
        </p:txBody>
      </p:sp>
      <p:sp>
        <p:nvSpPr>
          <p:cNvPr id="6" name="标题"/>
          <p:cNvSpPr txBox="1">
            <a:spLocks noGrp="1"/>
          </p:cNvSpPr>
          <p:nvPr>
            <p:ph type="title" idx="2"/>
            <p:custDataLst>
              <p:tags r:id="rId5"/>
            </p:custDataLst>
          </p:nvPr>
        </p:nvSpPr>
        <p:spPr>
          <a:xfrm>
            <a:off x="869315" y="523875"/>
            <a:ext cx="10626090" cy="583565"/>
          </a:xfrm>
          <a:prstGeom prst="rect">
            <a:avLst/>
          </a:prstGeom>
          <a:noFill/>
        </p:spPr>
        <p:txBody>
          <a:bodyPr vert="horz" wrap="square" t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300" normalizeH="0" baseline="0" noProof="1" dirty="0">
                <a:ln>
                  <a:noFill/>
                  <a:prstDash val="sysDot"/>
                </a:ln>
                <a:solidFill>
                  <a:schemeClr val="accent1"/>
                </a:solidFill>
                <a:latin typeface="+mj-ea"/>
                <a:ea typeface="+mj-ea"/>
                <a:cs typeface="+mn-cs"/>
                <a:sym typeface="+mn-ea"/>
              </a:defRPr>
            </a:lvl1pPr>
          </a:lstStyle>
          <a:p>
            <a:pPr lvl="0" algn="l">
              <a:buClrTx/>
              <a:buSzTx/>
              <a:buFontTx/>
            </a:pPr>
            <a:r>
              <a:rPr dirty="0">
                <a:sym typeface="+mn-ea"/>
              </a:rPr>
              <a:t>单击此处编辑母版标题样式</a:t>
            </a:r>
            <a:endParaRPr dirty="0">
              <a:sym typeface="+mn-ea"/>
            </a:endParaRPr>
          </a:p>
        </p:txBody>
      </p:sp>
      <p:sp>
        <p:nvSpPr>
          <p:cNvPr id="8" name="矩形 7"/>
          <p:cNvSpPr/>
          <p:nvPr userDrawn="1">
            <p:custDataLst>
              <p:tags r:id="rId6"/>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7"/>
            </p:custDataLst>
          </p:nvPr>
        </p:nvSpPr>
        <p:spPr>
          <a:xfrm>
            <a:off x="699770" y="6356350"/>
            <a:ext cx="288163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8610600" y="6356350"/>
            <a:ext cx="2886075"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pic>
        <p:nvPicPr>
          <p:cNvPr id="15" name="VCG41N1410470348" descr="雪地上&#10;&#10;中度可信度描述已自动生成"/>
          <p:cNvPicPr>
            <a:picLocks noChangeAspect="1"/>
          </p:cNvPicPr>
          <p:nvPr>
            <p:custDataLst>
              <p:tags r:id="rId2"/>
            </p:custDataLst>
          </p:nvPr>
        </p:nvPicPr>
        <p:blipFill rotWithShape="1">
          <a:blip r:embed="rId3">
            <a:alphaModFix amt="40000"/>
            <a:extLst>
              <a:ext uri="{28A0092B-C50C-407E-A947-70E740481C1C}">
                <a14:useLocalDpi xmlns:a14="http://schemas.microsoft.com/office/drawing/2010/main" val="0"/>
              </a:ext>
            </a:extLst>
          </a:blip>
          <a:srcRect l="2725" r="8387"/>
          <a:stretch>
            <a:fillRect/>
          </a:stretch>
        </p:blipFill>
        <p:spPr>
          <a:xfrm>
            <a:off x="0" y="0"/>
            <a:ext cx="12192000" cy="6858000"/>
          </a:xfrm>
          <a:prstGeom prst="rect">
            <a:avLst/>
          </a:prstGeom>
        </p:spPr>
      </p:pic>
      <p:sp>
        <p:nvSpPr>
          <p:cNvPr id="8" name="标题"/>
          <p:cNvSpPr txBox="1">
            <a:spLocks noGrp="1"/>
          </p:cNvSpPr>
          <p:nvPr>
            <p:ph type="title" idx="2" hasCustomPrompt="1"/>
            <p:custDataLst>
              <p:tags r:id="rId4"/>
            </p:custDataLst>
          </p:nvPr>
        </p:nvSpPr>
        <p:spPr>
          <a:xfrm>
            <a:off x="904875" y="1714500"/>
            <a:ext cx="7571105" cy="1934210"/>
          </a:xfrm>
          <a:prstGeom prst="rect">
            <a:avLst/>
          </a:prstGeom>
          <a:noFill/>
        </p:spPr>
        <p:txBody>
          <a:bodyPr vert="horz" wrap="square" lIns="0" tIns="0" rIns="0" bIns="0" rtlCol="0" anchor="ctr" anchorCtr="0">
            <a:normAutofit/>
          </a:bodyPr>
          <a:lstStyle>
            <a:lvl1pPr marL="0" marR="0" lvl="0" algn="l" defTabSz="914400" rtl="0" eaLnBrk="1" fontAlgn="auto" latinLnBrk="0" hangingPunct="1">
              <a:lnSpc>
                <a:spcPct val="100000"/>
              </a:lnSpc>
              <a:buClrTx/>
              <a:buSzTx/>
              <a:buFontTx/>
              <a:buNone/>
              <a:defRPr kumimoji="0" lang="zh-CN" altLang="en-US" sz="6000" b="1" i="0" u="none" strike="noStrike" kern="1200" cap="none" spc="0" normalizeH="0" baseline="0" noProof="1" dirty="0">
                <a:solidFill>
                  <a:schemeClr val="tx1">
                    <a:lumMod val="75000"/>
                    <a:lumOff val="25000"/>
                  </a:schemeClr>
                </a:solidFill>
                <a:latin typeface="+mj-ea"/>
                <a:ea typeface="+mj-ea"/>
                <a:cs typeface="MiSans Heavy" panose="00000A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署名"/>
          <p:cNvSpPr txBox="1">
            <a:spLocks noGrp="1"/>
          </p:cNvSpPr>
          <p:nvPr>
            <p:ph type="body" idx="1" hasCustomPrompt="1"/>
            <p:custDataLst>
              <p:tags r:id="rId5"/>
            </p:custDataLst>
          </p:nvPr>
        </p:nvSpPr>
        <p:spPr>
          <a:xfrm>
            <a:off x="904875" y="3999865"/>
            <a:ext cx="2019300" cy="483870"/>
          </a:xfrm>
          <a:prstGeom prst="roundRect">
            <a:avLst>
              <a:gd name="adj" fmla="val 50000"/>
            </a:avLst>
          </a:prstGeom>
          <a:solidFill>
            <a:schemeClr val="accent1"/>
          </a:solidFill>
          <a:effectLst/>
        </p:spPr>
        <p:txBody>
          <a:bodyPr vert="horz"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zh-CN" altLang="en-US" sz="1400" b="1" i="0" u="none" strike="noStrike" kern="1200" cap="none" spc="0" normalizeH="0" baseline="0" noProof="1" dirty="0">
                <a:solidFill>
                  <a:srgbClr val="FFFFFF"/>
                </a:solidFill>
                <a:latin typeface="+mj-ea"/>
                <a:ea typeface="+mj-ea"/>
                <a:cs typeface="MiSans Heavy" panose="00000A00000000000000" charset="-122"/>
                <a:sym typeface="+mn-ea"/>
              </a:defRPr>
            </a:lvl1pPr>
          </a:lstStyle>
          <a:p>
            <a:pPr lvl="0" algn="ctr">
              <a:buClrTx/>
              <a:buSzTx/>
              <a:buFontTx/>
            </a:pPr>
            <a:r>
              <a:rPr dirty="0">
                <a:sym typeface="+mn-ea"/>
              </a:rPr>
              <a:t>单击此处编辑文本</a:t>
            </a:r>
            <a:endParaRPr dirty="0">
              <a:sym typeface="+mn-ea"/>
            </a:endParaRPr>
          </a:p>
        </p:txBody>
      </p:sp>
      <p:sp>
        <p:nvSpPr>
          <p:cNvPr id="4" name="日期占位符 3"/>
          <p:cNvSpPr>
            <a:spLocks noGrp="1"/>
          </p:cNvSpPr>
          <p:nvPr>
            <p:ph type="dt" sz="half" idx="10"/>
            <p:custDataLst>
              <p:tags r:id="rId6"/>
            </p:custDataLst>
          </p:nvPr>
        </p:nvSpPr>
        <p:spPr>
          <a:xfrm>
            <a:off x="838200" y="6356350"/>
            <a:ext cx="2743200" cy="365125"/>
          </a:xfrm>
        </p:spPr>
        <p:txBody>
          <a:bodyPr/>
          <a:lstStyle/>
          <a:p>
            <a:fld id="{AC1B7B3F-A56B-4310-A966-BD55D80449F1}"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a:lstStyle/>
          <a:p>
            <a:fld id="{73127340-2293-49D2-96F1-6E7BF0C8FD9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82.xml"/><Relationship Id="rId2" Type="http://schemas.openxmlformats.org/officeDocument/2006/relationships/slideLayout" Target="../slideLayouts/slideLayout2.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image" Target="../media/image1.jpeg"/><Relationship Id="rId12" Type="http://schemas.openxmlformats.org/officeDocument/2006/relationships/tags" Target="../tags/tag75.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164.xml"/><Relationship Id="rId2" Type="http://schemas.openxmlformats.org/officeDocument/2006/relationships/slideLayout" Target="../slideLayouts/slideLayout13.xml"/><Relationship Id="rId19" Type="http://schemas.openxmlformats.org/officeDocument/2006/relationships/tags" Target="../tags/tag163.xml"/><Relationship Id="rId18" Type="http://schemas.openxmlformats.org/officeDocument/2006/relationships/tags" Target="../tags/tag162.xml"/><Relationship Id="rId17" Type="http://schemas.openxmlformats.org/officeDocument/2006/relationships/tags" Target="../tags/tag161.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image" Target="../media/image1.jpeg"/><Relationship Id="rId12" Type="http://schemas.openxmlformats.org/officeDocument/2006/relationships/tags" Target="../tags/tag15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tags" Target="../tags/tag246.xml"/><Relationship Id="rId2" Type="http://schemas.openxmlformats.org/officeDocument/2006/relationships/slideLayout" Target="../slideLayouts/slideLayout24.xml"/><Relationship Id="rId19" Type="http://schemas.openxmlformats.org/officeDocument/2006/relationships/tags" Target="../tags/tag245.xml"/><Relationship Id="rId18" Type="http://schemas.openxmlformats.org/officeDocument/2006/relationships/tags" Target="../tags/tag244.xml"/><Relationship Id="rId17" Type="http://schemas.openxmlformats.org/officeDocument/2006/relationships/tags" Target="../tags/tag243.xml"/><Relationship Id="rId16" Type="http://schemas.openxmlformats.org/officeDocument/2006/relationships/tags" Target="../tags/tag242.xml"/><Relationship Id="rId15" Type="http://schemas.openxmlformats.org/officeDocument/2006/relationships/tags" Target="../tags/tag241.xml"/><Relationship Id="rId14" Type="http://schemas.openxmlformats.org/officeDocument/2006/relationships/tags" Target="../tags/tag240.xml"/><Relationship Id="rId13" Type="http://schemas.openxmlformats.org/officeDocument/2006/relationships/image" Target="../media/image1.jpeg"/><Relationship Id="rId12" Type="http://schemas.openxmlformats.org/officeDocument/2006/relationships/tags" Target="../tags/tag239.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1" Type="http://schemas.openxmlformats.org/officeDocument/2006/relationships/theme" Target="../theme/theme4.xml"/><Relationship Id="rId20" Type="http://schemas.openxmlformats.org/officeDocument/2006/relationships/tags" Target="../tags/tag328.xml"/><Relationship Id="rId2" Type="http://schemas.openxmlformats.org/officeDocument/2006/relationships/slideLayout" Target="../slideLayouts/slideLayout35.xml"/><Relationship Id="rId19" Type="http://schemas.openxmlformats.org/officeDocument/2006/relationships/tags" Target="../tags/tag327.xml"/><Relationship Id="rId18" Type="http://schemas.openxmlformats.org/officeDocument/2006/relationships/tags" Target="../tags/tag326.xml"/><Relationship Id="rId17" Type="http://schemas.openxmlformats.org/officeDocument/2006/relationships/tags" Target="../tags/tag325.xml"/><Relationship Id="rId16" Type="http://schemas.openxmlformats.org/officeDocument/2006/relationships/tags" Target="../tags/tag324.xml"/><Relationship Id="rId15" Type="http://schemas.openxmlformats.org/officeDocument/2006/relationships/tags" Target="../tags/tag323.xml"/><Relationship Id="rId14" Type="http://schemas.openxmlformats.org/officeDocument/2006/relationships/tags" Target="../tags/tag322.xml"/><Relationship Id="rId13" Type="http://schemas.openxmlformats.org/officeDocument/2006/relationships/image" Target="../media/image1.jpeg"/><Relationship Id="rId12" Type="http://schemas.openxmlformats.org/officeDocument/2006/relationships/tags" Target="../tags/tag321.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12"/>
            </p:custDataLst>
          </p:nvPr>
        </p:nvPicPr>
        <p:blipFill rotWithShape="1">
          <a:blip r:embed="rId1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14"/>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15"/>
            </p:custDataLst>
          </p:nvPr>
        </p:nvSpPr>
        <p:spPr>
          <a:xfrm>
            <a:off x="695960" y="6356350"/>
            <a:ext cx="274320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16"/>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17"/>
            </p:custDataLst>
          </p:nvPr>
        </p:nvSpPr>
        <p:spPr>
          <a:xfrm>
            <a:off x="8753983" y="6356350"/>
            <a:ext cx="2743200" cy="365125"/>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18"/>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9"/>
            </p:custDataLst>
          </p:nvPr>
        </p:nvSpPr>
        <p:spPr>
          <a:xfrm>
            <a:off x="695960" y="360000"/>
            <a:ext cx="10800000" cy="72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20"/>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0" lang="zh-CN" altLang="en-US" sz="3200" b="1" i="0" u="none" strike="noStrike" kern="1200" cap="none" spc="0" normalizeH="0" baseline="0" dirty="0" smtClean="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12"/>
            </p:custDataLst>
          </p:nvPr>
        </p:nvPicPr>
        <p:blipFill rotWithShape="1">
          <a:blip r:embed="rId1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14"/>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15"/>
            </p:custDataLst>
          </p:nvPr>
        </p:nvSpPr>
        <p:spPr>
          <a:xfrm>
            <a:off x="695960" y="6356350"/>
            <a:ext cx="274320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16"/>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17"/>
            </p:custDataLst>
          </p:nvPr>
        </p:nvSpPr>
        <p:spPr>
          <a:xfrm>
            <a:off x="8753983" y="6356350"/>
            <a:ext cx="2743200" cy="365125"/>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18"/>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9"/>
            </p:custDataLst>
          </p:nvPr>
        </p:nvSpPr>
        <p:spPr>
          <a:xfrm>
            <a:off x="695960" y="360000"/>
            <a:ext cx="10800000" cy="72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20"/>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0" lang="zh-CN" altLang="en-US" sz="3200" b="1" i="0" u="none" strike="noStrike" kern="1200" cap="none" spc="0" normalizeH="0" baseline="0" dirty="0" smtClean="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12"/>
            </p:custDataLst>
          </p:nvPr>
        </p:nvPicPr>
        <p:blipFill rotWithShape="1">
          <a:blip r:embed="rId1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14"/>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15"/>
            </p:custDataLst>
          </p:nvPr>
        </p:nvSpPr>
        <p:spPr>
          <a:xfrm>
            <a:off x="695960" y="6356350"/>
            <a:ext cx="274320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16"/>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17"/>
            </p:custDataLst>
          </p:nvPr>
        </p:nvSpPr>
        <p:spPr>
          <a:xfrm>
            <a:off x="8753983" y="6356350"/>
            <a:ext cx="2743200" cy="365125"/>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18"/>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9"/>
            </p:custDataLst>
          </p:nvPr>
        </p:nvSpPr>
        <p:spPr>
          <a:xfrm>
            <a:off x="695960" y="360000"/>
            <a:ext cx="10800000" cy="72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20"/>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0" lang="zh-CN" altLang="en-US" sz="3200" b="1" i="0" u="none" strike="noStrike" kern="1200" cap="none" spc="0" normalizeH="0" baseline="0" dirty="0" smtClean="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雪地上&#10;&#10;中度可信度描述已自动生成"/>
          <p:cNvPicPr>
            <a:picLocks noChangeAspect="1"/>
          </p:cNvPicPr>
          <p:nvPr userDrawn="1">
            <p:custDataLst>
              <p:tags r:id="rId12"/>
            </p:custDataLst>
          </p:nvPr>
        </p:nvPicPr>
        <p:blipFill rotWithShape="1">
          <a:blip r:embed="rId13">
            <a:alphaModFix amt="40000"/>
            <a:extLst>
              <a:ext uri="{28A0092B-C50C-407E-A947-70E740481C1C}">
                <a14:useLocalDpi xmlns:a14="http://schemas.microsoft.com/office/drawing/2010/main" val="0"/>
              </a:ext>
            </a:extLst>
          </a:blip>
          <a:srcRect l="18252" t="17468" r="8387"/>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custDataLst>
              <p:tags r:id="rId14"/>
            </p:custDataLst>
          </p:nvPr>
        </p:nvSpPr>
        <p:spPr>
          <a:xfrm>
            <a:off x="578485" y="599440"/>
            <a:ext cx="108000" cy="432000"/>
          </a:xfrm>
          <a:prstGeom prst="rect">
            <a:avLst/>
          </a:prstGeom>
          <a:solidFill>
            <a:schemeClr val="accent2"/>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3" name="日期占位符 2"/>
          <p:cNvSpPr>
            <a:spLocks noGrp="1"/>
          </p:cNvSpPr>
          <p:nvPr>
            <p:ph type="dt" sz="half" idx="10"/>
            <p:custDataLst>
              <p:tags r:id="rId15"/>
            </p:custDataLst>
          </p:nvPr>
        </p:nvSpPr>
        <p:spPr>
          <a:xfrm>
            <a:off x="695960" y="6356350"/>
            <a:ext cx="2743200" cy="365125"/>
          </a:xfrm>
        </p:spPr>
        <p:txBody>
          <a:bodyPr/>
          <a:lstStyle/>
          <a:p>
            <a:fld id="{AC1B7B3F-A56B-4310-A966-BD55D80449F1}" type="datetimeFigureOut">
              <a:rPr lang="zh-CN" altLang="en-US" smtClean="0"/>
            </a:fld>
            <a:endParaRPr lang="zh-CN" altLang="en-US"/>
          </a:p>
        </p:txBody>
      </p:sp>
      <p:sp>
        <p:nvSpPr>
          <p:cNvPr id="4" name="页脚占位符 3"/>
          <p:cNvSpPr>
            <a:spLocks noGrp="1"/>
          </p:cNvSpPr>
          <p:nvPr>
            <p:ph type="ftr" sz="quarter" idx="11"/>
            <p:custDataLst>
              <p:tags r:id="rId16"/>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17"/>
            </p:custDataLst>
          </p:nvPr>
        </p:nvSpPr>
        <p:spPr>
          <a:xfrm>
            <a:off x="8753983" y="6356350"/>
            <a:ext cx="2743200" cy="365125"/>
          </a:xfrm>
        </p:spPr>
        <p:txBody>
          <a:bodyPr/>
          <a:lstStyle/>
          <a:p>
            <a:fld id="{73127340-2293-49D2-96F1-6E7BF0C8FD9C}" type="slidenum">
              <a:rPr lang="zh-CN" altLang="en-US" smtClean="0"/>
            </a:fld>
            <a:endParaRPr lang="zh-CN" altLang="en-US"/>
          </a:p>
        </p:txBody>
      </p:sp>
      <p:sp>
        <p:nvSpPr>
          <p:cNvPr id="2" name="文本占位符 1"/>
          <p:cNvSpPr>
            <a:spLocks noGrp="1"/>
          </p:cNvSpPr>
          <p:nvPr>
            <p:ph type="body" idx="1"/>
            <p:custDataLst>
              <p:tags r:id="rId18"/>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9" name="标题占位符 8"/>
          <p:cNvSpPr>
            <a:spLocks noGrp="1"/>
          </p:cNvSpPr>
          <p:nvPr>
            <p:ph type="title"/>
            <p:custDataLst>
              <p:tags r:id="rId19"/>
            </p:custDataLst>
          </p:nvPr>
        </p:nvSpPr>
        <p:spPr>
          <a:xfrm>
            <a:off x="695960" y="360000"/>
            <a:ext cx="10800000" cy="720000"/>
          </a:xfrm>
          <a:prstGeom prst="rect">
            <a:avLst/>
          </a:prstGeom>
          <a:noFill/>
        </p:spPr>
        <p:txBody>
          <a:bodyPr vert="horz" wrap="square" lIns="91440" tIns="0" rIns="91440" bIns="0" rtlCol="0" anchor="b" anchorCtr="0">
            <a:normAutofit/>
          </a:bodyPr>
          <a:lstStyle/>
          <a:p>
            <a:pPr marL="0" marR="0" lvl="0" fontAlgn="auto">
              <a:lnSpc>
                <a:spcPct val="100000"/>
              </a:lnSpc>
              <a:buClrTx/>
              <a:buSzTx/>
              <a:buFontTx/>
            </a:pPr>
            <a:r>
              <a:rPr lang="zh-CN" altLang="en-US" dirty="0"/>
              <a:t>单击此处编辑母版标题样式</a:t>
            </a:r>
            <a:endParaRPr lang="zh-CN" altLang="en-US" dirty="0"/>
          </a:p>
        </p:txBody>
      </p:sp>
      <p:sp>
        <p:nvSpPr>
          <p:cNvPr id="6" name="KSO_TEMPLATE" hidden="1"/>
          <p:cNvSpPr/>
          <p:nvPr userDrawn="1">
            <p:custDataLst>
              <p:tags r:id="rId20"/>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0" lang="zh-CN" altLang="en-US" sz="3200" b="1" i="0" u="none" strike="noStrike" kern="1200" cap="none" spc="0" normalizeH="0" baseline="0" dirty="0" smtClean="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smtClean="0">
          <a:ln>
            <a:noFill/>
            <a:prstDash val="sysDot"/>
          </a:ln>
          <a:solidFill>
            <a:schemeClr val="tx1">
              <a:lumMod val="75000"/>
              <a:lumOff val="25000"/>
            </a:schemeClr>
          </a:solidFill>
          <a:uFillTx/>
          <a:latin typeface="+mn-ea"/>
          <a:ea typeface="+mn-ea"/>
          <a:cs typeface="+mn-cs"/>
          <a:sym typeface="+mn-ea"/>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smtClean="0">
          <a:solidFill>
            <a:schemeClr val="tx1">
              <a:lumMod val="65000"/>
              <a:lumOff val="35000"/>
            </a:schemeClr>
          </a:solidFill>
          <a:uFillTx/>
          <a:latin typeface="+mn-ea"/>
          <a:ea typeface="+mn-ea"/>
          <a:cs typeface="+mn-cs"/>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2.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tags" Target="../tags/tag339.xml"/><Relationship Id="rId7" Type="http://schemas.openxmlformats.org/officeDocument/2006/relationships/tags" Target="../tags/tag338.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 Id="rId3" Type="http://schemas.openxmlformats.org/officeDocument/2006/relationships/tags" Target="../tags/tag334.xml"/><Relationship Id="rId21" Type="http://schemas.openxmlformats.org/officeDocument/2006/relationships/notesSlide" Target="../notesSlides/notesSlide2.xml"/><Relationship Id="rId20" Type="http://schemas.openxmlformats.org/officeDocument/2006/relationships/slideLayout" Target="../slideLayouts/slideLayout3.xml"/><Relationship Id="rId2" Type="http://schemas.openxmlformats.org/officeDocument/2006/relationships/tags" Target="../tags/tag333.xml"/><Relationship Id="rId19" Type="http://schemas.openxmlformats.org/officeDocument/2006/relationships/tags" Target="../tags/tag350.xml"/><Relationship Id="rId18" Type="http://schemas.openxmlformats.org/officeDocument/2006/relationships/tags" Target="../tags/tag349.xml"/><Relationship Id="rId17" Type="http://schemas.openxmlformats.org/officeDocument/2006/relationships/tags" Target="../tags/tag348.xml"/><Relationship Id="rId16" Type="http://schemas.openxmlformats.org/officeDocument/2006/relationships/tags" Target="../tags/tag347.xml"/><Relationship Id="rId15" Type="http://schemas.openxmlformats.org/officeDocument/2006/relationships/tags" Target="../tags/tag346.xml"/><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tags" Target="../tags/tag342.xml"/><Relationship Id="rId10" Type="http://schemas.openxmlformats.org/officeDocument/2006/relationships/tags" Target="../tags/tag341.xml"/><Relationship Id="rId1" Type="http://schemas.openxmlformats.org/officeDocument/2006/relationships/tags" Target="../tags/tag33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56.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355.xml"/><Relationship Id="rId1" Type="http://schemas.openxmlformats.org/officeDocument/2006/relationships/tags" Target="../tags/tag354.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58.xml"/><Relationship Id="rId2" Type="http://schemas.openxmlformats.org/officeDocument/2006/relationships/image" Target="../media/image6.png"/><Relationship Id="rId1" Type="http://schemas.openxmlformats.org/officeDocument/2006/relationships/tags" Target="../tags/tag35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0.xml"/><Relationship Id="rId2" Type="http://schemas.openxmlformats.org/officeDocument/2006/relationships/image" Target="../media/image7.png"/><Relationship Id="rId1" Type="http://schemas.openxmlformats.org/officeDocument/2006/relationships/tags" Target="../tags/tag359.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tags" Target="../tags/tag361.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5.xml"/><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8.xml"/><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tags" Target="../tags/tag367.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tags" Target="../tags/tag372.xml"/><Relationship Id="rId3" Type="http://schemas.openxmlformats.org/officeDocument/2006/relationships/image" Target="../media/image8.png"/><Relationship Id="rId2" Type="http://schemas.openxmlformats.org/officeDocument/2006/relationships/tags" Target="../tags/tag371.xml"/><Relationship Id="rId1" Type="http://schemas.openxmlformats.org/officeDocument/2006/relationships/tags" Target="../tags/tag370.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tags" Target="../tags/tag375.xml"/><Relationship Id="rId3" Type="http://schemas.openxmlformats.org/officeDocument/2006/relationships/image" Target="../media/image9.png"/><Relationship Id="rId2" Type="http://schemas.openxmlformats.org/officeDocument/2006/relationships/tags" Target="../tags/tag374.xml"/><Relationship Id="rId1" Type="http://schemas.openxmlformats.org/officeDocument/2006/relationships/tags" Target="../tags/tag373.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tags" Target="../tags/tag378.xml"/><Relationship Id="rId3" Type="http://schemas.openxmlformats.org/officeDocument/2006/relationships/image" Target="../media/image10.png"/><Relationship Id="rId2" Type="http://schemas.openxmlformats.org/officeDocument/2006/relationships/tags" Target="../tags/tag377.xml"/><Relationship Id="rId1" Type="http://schemas.openxmlformats.org/officeDocument/2006/relationships/tags" Target="../tags/tag376.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7.xml"/><Relationship Id="rId7" Type="http://schemas.openxmlformats.org/officeDocument/2006/relationships/tags" Target="../tags/tag38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380.xml"/><Relationship Id="rId1" Type="http://schemas.openxmlformats.org/officeDocument/2006/relationships/tags" Target="../tags/tag379.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6.xml"/><Relationship Id="rId3" Type="http://schemas.openxmlformats.org/officeDocument/2006/relationships/tags" Target="../tags/tag384.xml"/><Relationship Id="rId2" Type="http://schemas.openxmlformats.org/officeDocument/2006/relationships/tags" Target="../tags/tag383.xml"/><Relationship Id="rId1" Type="http://schemas.openxmlformats.org/officeDocument/2006/relationships/tags" Target="../tags/tag382.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ags" Target="../tags/tag387.xml"/><Relationship Id="rId3" Type="http://schemas.openxmlformats.org/officeDocument/2006/relationships/image" Target="../media/image15.png"/><Relationship Id="rId2" Type="http://schemas.openxmlformats.org/officeDocument/2006/relationships/tags" Target="../tags/tag386.xml"/><Relationship Id="rId1" Type="http://schemas.openxmlformats.org/officeDocument/2006/relationships/tags" Target="../tags/tag385.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tags" Target="../tags/tag390.xml"/><Relationship Id="rId3" Type="http://schemas.openxmlformats.org/officeDocument/2006/relationships/image" Target="../media/image16.png"/><Relationship Id="rId2" Type="http://schemas.openxmlformats.org/officeDocument/2006/relationships/tags" Target="../tags/tag389.xml"/><Relationship Id="rId1" Type="http://schemas.openxmlformats.org/officeDocument/2006/relationships/tags" Target="../tags/tag388.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tags" Target="../tags/tag393.xml"/><Relationship Id="rId3" Type="http://schemas.openxmlformats.org/officeDocument/2006/relationships/image" Target="../media/image17.png"/><Relationship Id="rId2" Type="http://schemas.openxmlformats.org/officeDocument/2006/relationships/tags" Target="../tags/tag392.xml"/><Relationship Id="rId1" Type="http://schemas.openxmlformats.org/officeDocument/2006/relationships/tags" Target="../tags/tag391.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37.xml"/><Relationship Id="rId3" Type="http://schemas.openxmlformats.org/officeDocument/2006/relationships/tags" Target="../tags/tag396.xml"/><Relationship Id="rId2" Type="http://schemas.openxmlformats.org/officeDocument/2006/relationships/tags" Target="../tags/tag395.xml"/><Relationship Id="rId1" Type="http://schemas.openxmlformats.org/officeDocument/2006/relationships/tags" Target="../tags/tag394.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tags" Target="../tags/tag402.xml"/><Relationship Id="rId3" Type="http://schemas.openxmlformats.org/officeDocument/2006/relationships/image" Target="../media/image18.png"/><Relationship Id="rId2" Type="http://schemas.openxmlformats.org/officeDocument/2006/relationships/tags" Target="../tags/tag401.xml"/><Relationship Id="rId1" Type="http://schemas.openxmlformats.org/officeDocument/2006/relationships/tags" Target="../tags/tag400.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1.xml"/><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1"/>
            </p:custDataLst>
          </p:nvPr>
        </p:nvSpPr>
        <p:spPr/>
        <p:txBody>
          <a:bodyPr/>
          <a:lstStyle/>
          <a:p>
            <a:r>
              <a:rPr lang="zh-CN" altLang="en-US"/>
              <a:t>会讨一部丛嘉旭</a:t>
            </a:r>
            <a:endParaRPr lang="en-US" altLang="zh-CN"/>
          </a:p>
        </p:txBody>
      </p:sp>
      <p:sp>
        <p:nvSpPr>
          <p:cNvPr id="3" name="标题 2"/>
          <p:cNvSpPr>
            <a:spLocks noGrp="1"/>
          </p:cNvSpPr>
          <p:nvPr>
            <p:ph type="title" idx="2"/>
            <p:custDataLst>
              <p:tags r:id="rId2"/>
            </p:custDataLst>
          </p:nvPr>
        </p:nvSpPr>
        <p:spPr/>
        <p:txBody>
          <a:bodyPr/>
          <a:lstStyle/>
          <a:p>
            <a:r>
              <a:rPr>
                <a:sym typeface="+mn-ea"/>
              </a:rPr>
              <a:t>lvgl开发指南</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Contents</a:t>
            </a:r>
            <a:endParaRPr lang="zh-CN" altLang="en-US"/>
          </a:p>
        </p:txBody>
      </p:sp>
      <p:sp>
        <p:nvSpPr>
          <p:cNvPr id="3" name="标题 2"/>
          <p:cNvSpPr>
            <a:spLocks noGrp="1"/>
          </p:cNvSpPr>
          <p:nvPr>
            <p:ph type="title" idx="1"/>
            <p:custDataLst>
              <p:tags r:id="rId2"/>
            </p:custDataLst>
          </p:nvPr>
        </p:nvSpPr>
        <p:spPr/>
        <p:txBody>
          <a:bodyPr/>
          <a:lstStyle/>
          <a:p>
            <a:r>
              <a:rPr lang="zh-CN" altLang="en-US"/>
              <a:t>目录</a:t>
            </a:r>
            <a:endParaRPr lang="zh-CN" altLang="en-US"/>
          </a:p>
        </p:txBody>
      </p:sp>
      <p:cxnSp>
        <p:nvCxnSpPr>
          <p:cNvPr id="50" name="直接连接符 49"/>
          <p:cNvCxnSpPr/>
          <p:nvPr>
            <p:custDataLst>
              <p:tags r:id="rId3"/>
            </p:custDataLst>
          </p:nvPr>
        </p:nvCxnSpPr>
        <p:spPr>
          <a:xfrm>
            <a:off x="885825" y="3282950"/>
            <a:ext cx="1880870"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custDataLst>
              <p:tags r:id="rId4"/>
            </p:custDataLst>
          </p:nvPr>
        </p:nvCxnSpPr>
        <p:spPr>
          <a:xfrm>
            <a:off x="885825" y="3282950"/>
            <a:ext cx="32448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序号"/>
          <p:cNvSpPr txBox="1"/>
          <p:nvPr>
            <p:custDataLst>
              <p:tags r:id="rId5"/>
            </p:custDataLst>
          </p:nvPr>
        </p:nvSpPr>
        <p:spPr>
          <a:xfrm>
            <a:off x="885825" y="2692400"/>
            <a:ext cx="909955" cy="482600"/>
          </a:xfrm>
          <a:prstGeom prst="rect">
            <a:avLst/>
          </a:prstGeom>
          <a:noFill/>
        </p:spPr>
        <p:txBody>
          <a:bodyPr vert="horz" wrap="square" lIns="0" tIns="0" rIns="0" bIns="0" rtlCol="0" anchor="b" anchorCtr="0">
            <a:normAutofit/>
          </a:bodyPr>
          <a:lstStyle/>
          <a:p>
            <a:pPr lvl="0" algn="l">
              <a:buClrTx/>
              <a:buSzTx/>
              <a:buFontTx/>
            </a:pPr>
            <a:r>
              <a:rPr lang="en-US" altLang="zh-CN" sz="2000" dirty="0">
                <a:solidFill>
                  <a:schemeClr val="accent1"/>
                </a:solidFill>
                <a:latin typeface="+mj-lt"/>
                <a:ea typeface="+mj-ea"/>
                <a:cs typeface="MiSans Heavy" panose="00000A00000000000000" charset="-122"/>
                <a:sym typeface="+mn-ea"/>
              </a:rPr>
              <a:t>01.</a:t>
            </a:r>
            <a:endParaRPr lang="en-US" altLang="zh-CN" sz="2000" dirty="0">
              <a:solidFill>
                <a:schemeClr val="accent1"/>
              </a:solidFill>
              <a:latin typeface="+mj-lt"/>
              <a:ea typeface="+mj-ea"/>
              <a:cs typeface="MiSans Heavy" panose="00000A00000000000000" charset="-122"/>
              <a:sym typeface="+mn-ea"/>
            </a:endParaRPr>
          </a:p>
        </p:txBody>
      </p:sp>
      <p:sp>
        <p:nvSpPr>
          <p:cNvPr id="23" name="标题"/>
          <p:cNvSpPr txBox="1"/>
          <p:nvPr>
            <p:custDataLst>
              <p:tags r:id="rId6"/>
            </p:custDataLst>
          </p:nvPr>
        </p:nvSpPr>
        <p:spPr>
          <a:xfrm>
            <a:off x="798830" y="3507105"/>
            <a:ext cx="2362200" cy="1869440"/>
          </a:xfrm>
          <a:prstGeom prst="rect">
            <a:avLst/>
          </a:prstGeom>
          <a:noFill/>
        </p:spPr>
        <p:txBody>
          <a:bodyPr wrap="square" lIns="0" tIns="0" rIns="0" bIns="0" rtlCol="0" anchor="t" anchorCtr="0">
            <a:normAutofit/>
          </a:bodyPr>
          <a:lstStyle/>
          <a:p>
            <a:pPr lvl="0" algn="l">
              <a:buClrTx/>
              <a:buSzTx/>
              <a:buFontTx/>
            </a:pPr>
            <a:r>
              <a:rPr lang="zh-CN" altLang="en-US" sz="2400" dirty="0">
                <a:solidFill>
                  <a:schemeClr val="accent1"/>
                </a:solidFill>
                <a:latin typeface="+mj-ea"/>
                <a:ea typeface="+mj-ea"/>
                <a:cs typeface="MiSans Heavy" panose="00000A00000000000000" charset="-122"/>
                <a:sym typeface="+mn-ea"/>
              </a:rPr>
              <a:t>库移植</a:t>
            </a:r>
            <a:endParaRPr lang="zh-CN" altLang="en-US" sz="2400" dirty="0">
              <a:solidFill>
                <a:schemeClr val="accent1"/>
              </a:solidFill>
              <a:latin typeface="+mj-ea"/>
              <a:ea typeface="+mj-ea"/>
              <a:cs typeface="MiSans Heavy" panose="00000A00000000000000" charset="-122"/>
              <a:sym typeface="+mn-ea"/>
            </a:endParaRPr>
          </a:p>
        </p:txBody>
      </p:sp>
      <p:cxnSp>
        <p:nvCxnSpPr>
          <p:cNvPr id="16" name="直接连接符 15"/>
          <p:cNvCxnSpPr/>
          <p:nvPr>
            <p:custDataLst>
              <p:tags r:id="rId7"/>
            </p:custDataLst>
          </p:nvPr>
        </p:nvCxnSpPr>
        <p:spPr>
          <a:xfrm>
            <a:off x="3739515" y="3282950"/>
            <a:ext cx="1880870"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8"/>
            </p:custDataLst>
          </p:nvPr>
        </p:nvCxnSpPr>
        <p:spPr>
          <a:xfrm>
            <a:off x="3739515" y="3282950"/>
            <a:ext cx="32448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序号"/>
          <p:cNvSpPr txBox="1"/>
          <p:nvPr>
            <p:custDataLst>
              <p:tags r:id="rId9"/>
            </p:custDataLst>
          </p:nvPr>
        </p:nvSpPr>
        <p:spPr>
          <a:xfrm>
            <a:off x="3739515" y="2692400"/>
            <a:ext cx="909955" cy="482600"/>
          </a:xfrm>
          <a:prstGeom prst="rect">
            <a:avLst/>
          </a:prstGeom>
          <a:noFill/>
        </p:spPr>
        <p:txBody>
          <a:bodyPr vert="horz" wrap="square" lIns="0" tIns="0" rIns="0" bIns="0" rtlCol="0" anchor="b" anchorCtr="0">
            <a:normAutofit/>
          </a:bodyPr>
          <a:lstStyle/>
          <a:p>
            <a:pPr lvl="0" algn="l">
              <a:buClrTx/>
              <a:buSzTx/>
              <a:buFontTx/>
            </a:pPr>
            <a:r>
              <a:rPr lang="en-US" altLang="zh-CN" sz="2000" dirty="0">
                <a:solidFill>
                  <a:schemeClr val="accent1"/>
                </a:solidFill>
                <a:latin typeface="+mj-lt"/>
                <a:ea typeface="+mj-ea"/>
                <a:cs typeface="MiSans Heavy" panose="00000A00000000000000" charset="-122"/>
                <a:sym typeface="+mn-ea"/>
              </a:rPr>
              <a:t>02.</a:t>
            </a:r>
            <a:endParaRPr lang="en-US" altLang="zh-CN" sz="2000" dirty="0">
              <a:solidFill>
                <a:schemeClr val="accent1"/>
              </a:solidFill>
              <a:latin typeface="+mj-lt"/>
              <a:ea typeface="+mj-ea"/>
              <a:cs typeface="MiSans Heavy" panose="00000A00000000000000" charset="-122"/>
              <a:sym typeface="+mn-ea"/>
            </a:endParaRPr>
          </a:p>
        </p:txBody>
      </p:sp>
      <p:sp>
        <p:nvSpPr>
          <p:cNvPr id="33" name="标题"/>
          <p:cNvSpPr txBox="1"/>
          <p:nvPr>
            <p:custDataLst>
              <p:tags r:id="rId10"/>
            </p:custDataLst>
          </p:nvPr>
        </p:nvSpPr>
        <p:spPr>
          <a:xfrm>
            <a:off x="3739515" y="3507105"/>
            <a:ext cx="2362200" cy="1869440"/>
          </a:xfrm>
          <a:prstGeom prst="rect">
            <a:avLst/>
          </a:prstGeom>
          <a:noFill/>
        </p:spPr>
        <p:txBody>
          <a:bodyPr wrap="square" lIns="0" tIns="0" rIns="0" bIns="0" rtlCol="0" anchor="t" anchorCtr="0">
            <a:normAutofit/>
          </a:bodyPr>
          <a:lstStyle/>
          <a:p>
            <a:pPr lvl="0" algn="l">
              <a:buClrTx/>
              <a:buSzTx/>
              <a:buFontTx/>
            </a:pPr>
            <a:r>
              <a:rPr lang="zh-CN" altLang="en-US" sz="2400" dirty="0">
                <a:solidFill>
                  <a:schemeClr val="accent1"/>
                </a:solidFill>
                <a:latin typeface="+mj-ea"/>
                <a:ea typeface="+mj-ea"/>
                <a:cs typeface="MiSans Heavy" panose="00000A00000000000000" charset="-122"/>
                <a:sym typeface="+mn-ea"/>
              </a:rPr>
              <a:t>基础代码逻辑</a:t>
            </a:r>
            <a:endParaRPr lang="zh-CN" altLang="en-US" sz="2400" dirty="0">
              <a:solidFill>
                <a:schemeClr val="accent1"/>
              </a:solidFill>
              <a:latin typeface="+mj-ea"/>
              <a:ea typeface="+mj-ea"/>
              <a:cs typeface="MiSans Heavy" panose="00000A00000000000000" charset="-122"/>
              <a:sym typeface="+mn-ea"/>
            </a:endParaRPr>
          </a:p>
        </p:txBody>
      </p:sp>
      <p:cxnSp>
        <p:nvCxnSpPr>
          <p:cNvPr id="36" name="直接连接符 35"/>
          <p:cNvCxnSpPr/>
          <p:nvPr>
            <p:custDataLst>
              <p:tags r:id="rId11"/>
            </p:custDataLst>
          </p:nvPr>
        </p:nvCxnSpPr>
        <p:spPr>
          <a:xfrm>
            <a:off x="9446895" y="3282950"/>
            <a:ext cx="1880870"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12"/>
            </p:custDataLst>
          </p:nvPr>
        </p:nvCxnSpPr>
        <p:spPr>
          <a:xfrm>
            <a:off x="9446895" y="3282950"/>
            <a:ext cx="32448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序号"/>
          <p:cNvSpPr txBox="1"/>
          <p:nvPr>
            <p:custDataLst>
              <p:tags r:id="rId13"/>
            </p:custDataLst>
          </p:nvPr>
        </p:nvSpPr>
        <p:spPr>
          <a:xfrm>
            <a:off x="9446895" y="2692400"/>
            <a:ext cx="909955" cy="482600"/>
          </a:xfrm>
          <a:prstGeom prst="rect">
            <a:avLst/>
          </a:prstGeom>
          <a:noFill/>
        </p:spPr>
        <p:txBody>
          <a:bodyPr vert="horz" wrap="square" lIns="0" tIns="0" rIns="0" bIns="0" rtlCol="0" anchor="b" anchorCtr="0">
            <a:normAutofit/>
          </a:bodyPr>
          <a:lstStyle/>
          <a:p>
            <a:pPr lvl="0" algn="l">
              <a:buClrTx/>
              <a:buSzTx/>
              <a:buFontTx/>
            </a:pPr>
            <a:r>
              <a:rPr lang="en-US" altLang="zh-CN" sz="2000" dirty="0">
                <a:solidFill>
                  <a:schemeClr val="accent1"/>
                </a:solidFill>
                <a:latin typeface="+mj-lt"/>
                <a:ea typeface="+mj-ea"/>
                <a:cs typeface="MiSans Heavy" panose="00000A00000000000000" charset="-122"/>
                <a:sym typeface="+mn-ea"/>
              </a:rPr>
              <a:t>04.</a:t>
            </a:r>
            <a:endParaRPr lang="en-US" altLang="zh-CN" sz="2000" dirty="0">
              <a:solidFill>
                <a:schemeClr val="accent1"/>
              </a:solidFill>
              <a:latin typeface="+mj-lt"/>
              <a:ea typeface="+mj-ea"/>
              <a:cs typeface="MiSans Heavy" panose="00000A00000000000000" charset="-122"/>
              <a:sym typeface="+mn-ea"/>
            </a:endParaRPr>
          </a:p>
        </p:txBody>
      </p:sp>
      <p:sp>
        <p:nvSpPr>
          <p:cNvPr id="54" name="标题"/>
          <p:cNvSpPr txBox="1"/>
          <p:nvPr>
            <p:custDataLst>
              <p:tags r:id="rId14"/>
            </p:custDataLst>
          </p:nvPr>
        </p:nvSpPr>
        <p:spPr>
          <a:xfrm>
            <a:off x="9446895" y="3507105"/>
            <a:ext cx="2362200" cy="1869440"/>
          </a:xfrm>
          <a:prstGeom prst="rect">
            <a:avLst/>
          </a:prstGeom>
          <a:noFill/>
        </p:spPr>
        <p:txBody>
          <a:bodyPr wrap="square" lIns="0" tIns="0" rIns="0" bIns="0" rtlCol="0" anchor="t" anchorCtr="0">
            <a:normAutofit/>
          </a:bodyPr>
          <a:lstStyle/>
          <a:p>
            <a:pPr lvl="0" algn="l">
              <a:buClrTx/>
              <a:buSzTx/>
              <a:buFontTx/>
            </a:pPr>
            <a:r>
              <a:rPr lang="zh-CN" altLang="en-US" sz="2400" dirty="0">
                <a:solidFill>
                  <a:schemeClr val="accent1"/>
                </a:solidFill>
                <a:latin typeface="+mj-ea"/>
                <a:ea typeface="+mj-ea"/>
                <a:cs typeface="MiSans Heavy" panose="00000A00000000000000" charset="-122"/>
                <a:sym typeface="+mn-ea"/>
              </a:rPr>
              <a:t>注意事项以及问题总结。</a:t>
            </a:r>
            <a:endParaRPr lang="zh-CN" altLang="en-US" sz="2400" dirty="0">
              <a:solidFill>
                <a:schemeClr val="accent1"/>
              </a:solidFill>
              <a:latin typeface="+mj-ea"/>
              <a:ea typeface="+mj-ea"/>
              <a:cs typeface="MiSans Heavy" panose="00000A00000000000000" charset="-122"/>
              <a:sym typeface="+mn-ea"/>
            </a:endParaRPr>
          </a:p>
        </p:txBody>
      </p:sp>
      <p:cxnSp>
        <p:nvCxnSpPr>
          <p:cNvPr id="57" name="直接连接符 56"/>
          <p:cNvCxnSpPr/>
          <p:nvPr>
            <p:custDataLst>
              <p:tags r:id="rId15"/>
            </p:custDataLst>
          </p:nvPr>
        </p:nvCxnSpPr>
        <p:spPr>
          <a:xfrm>
            <a:off x="6593205" y="3282950"/>
            <a:ext cx="1880870" cy="0"/>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custDataLst>
              <p:tags r:id="rId16"/>
            </p:custDataLst>
          </p:nvPr>
        </p:nvCxnSpPr>
        <p:spPr>
          <a:xfrm>
            <a:off x="6593205" y="3282950"/>
            <a:ext cx="32448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序号"/>
          <p:cNvSpPr txBox="1"/>
          <p:nvPr>
            <p:custDataLst>
              <p:tags r:id="rId17"/>
            </p:custDataLst>
          </p:nvPr>
        </p:nvSpPr>
        <p:spPr>
          <a:xfrm>
            <a:off x="6593205" y="2692400"/>
            <a:ext cx="909955" cy="482600"/>
          </a:xfrm>
          <a:prstGeom prst="rect">
            <a:avLst/>
          </a:prstGeom>
          <a:noFill/>
        </p:spPr>
        <p:txBody>
          <a:bodyPr vert="horz" wrap="square" lIns="0" tIns="0" rIns="0" bIns="0" rtlCol="0" anchor="b" anchorCtr="0">
            <a:normAutofit/>
          </a:bodyPr>
          <a:lstStyle/>
          <a:p>
            <a:pPr lvl="0" algn="l">
              <a:buClrTx/>
              <a:buSzTx/>
              <a:buFontTx/>
            </a:pPr>
            <a:r>
              <a:rPr lang="en-US" altLang="zh-CN" sz="2000" dirty="0">
                <a:solidFill>
                  <a:schemeClr val="accent1"/>
                </a:solidFill>
                <a:latin typeface="+mj-lt"/>
                <a:ea typeface="+mj-ea"/>
                <a:cs typeface="MiSans Heavy" panose="00000A00000000000000" charset="-122"/>
                <a:sym typeface="+mn-ea"/>
              </a:rPr>
              <a:t>03.</a:t>
            </a:r>
            <a:endParaRPr lang="en-US" altLang="zh-CN" sz="2000" dirty="0">
              <a:solidFill>
                <a:schemeClr val="accent1"/>
              </a:solidFill>
              <a:latin typeface="+mj-lt"/>
              <a:ea typeface="+mj-ea"/>
              <a:cs typeface="MiSans Heavy" panose="00000A00000000000000" charset="-122"/>
              <a:sym typeface="+mn-ea"/>
            </a:endParaRPr>
          </a:p>
        </p:txBody>
      </p:sp>
      <p:sp>
        <p:nvSpPr>
          <p:cNvPr id="61" name="标题"/>
          <p:cNvSpPr txBox="1"/>
          <p:nvPr>
            <p:custDataLst>
              <p:tags r:id="rId18"/>
            </p:custDataLst>
          </p:nvPr>
        </p:nvSpPr>
        <p:spPr>
          <a:xfrm>
            <a:off x="6593205" y="3507105"/>
            <a:ext cx="2362200" cy="1869440"/>
          </a:xfrm>
          <a:prstGeom prst="rect">
            <a:avLst/>
          </a:prstGeom>
          <a:noFill/>
        </p:spPr>
        <p:txBody>
          <a:bodyPr wrap="square" lIns="0" tIns="0" rIns="0" bIns="0" rtlCol="0" anchor="t" anchorCtr="0">
            <a:normAutofit/>
          </a:bodyPr>
          <a:lstStyle/>
          <a:p>
            <a:pPr lvl="0" algn="l">
              <a:buClrTx/>
              <a:buSzTx/>
              <a:buFontTx/>
            </a:pPr>
            <a:r>
              <a:rPr lang="zh-CN" altLang="en-US" sz="2400" dirty="0">
                <a:solidFill>
                  <a:schemeClr val="accent1"/>
                </a:solidFill>
                <a:latin typeface="+mj-ea"/>
                <a:ea typeface="+mj-ea"/>
                <a:cs typeface="MiSans Heavy" panose="00000A00000000000000" charset="-122"/>
                <a:sym typeface="+mn-ea"/>
              </a:rPr>
              <a:t>与逻辑交互框架</a:t>
            </a:r>
            <a:endParaRPr lang="zh-CN" altLang="en-US" sz="2400" dirty="0">
              <a:solidFill>
                <a:schemeClr val="accent1"/>
              </a:solidFill>
              <a:latin typeface="+mj-ea"/>
              <a:ea typeface="+mj-ea"/>
              <a:cs typeface="MiSans Heavy" panose="00000A00000000000000" charset="-122"/>
              <a:sym typeface="+mn-ea"/>
            </a:endParaRPr>
          </a:p>
          <a:p>
            <a:pPr lvl="0" algn="l">
              <a:buClrTx/>
              <a:buSzTx/>
              <a:buFontTx/>
            </a:pPr>
            <a:endParaRPr lang="zh-CN" altLang="en-US" sz="2400" dirty="0">
              <a:solidFill>
                <a:schemeClr val="accent1"/>
              </a:solidFill>
              <a:latin typeface="+mj-ea"/>
              <a:ea typeface="+mj-ea"/>
              <a:cs typeface="MiSans Heavy" panose="00000A00000000000000" charset="-122"/>
              <a:sym typeface="+mn-ea"/>
            </a:endParaRPr>
          </a:p>
        </p:txBody>
      </p:sp>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normAutofit/>
          </a:bodyPr>
          <a:lstStyle/>
          <a:p>
            <a:r>
              <a:rPr lang="zh-CN" altLang="en-US"/>
              <a:t>Part One</a:t>
            </a:r>
            <a:endParaRPr lang="zh-CN" altLang="en-US"/>
          </a:p>
        </p:txBody>
      </p:sp>
      <p:sp>
        <p:nvSpPr>
          <p:cNvPr id="3" name="标题 2"/>
          <p:cNvSpPr>
            <a:spLocks noGrp="1"/>
          </p:cNvSpPr>
          <p:nvPr>
            <p:ph type="title" idx="1"/>
            <p:custDataLst>
              <p:tags r:id="rId2"/>
            </p:custDataLst>
          </p:nvPr>
        </p:nvSpPr>
        <p:spPr/>
        <p:txBody>
          <a:bodyPr/>
          <a:lstStyle/>
          <a:p>
            <a:r>
              <a:rPr lang="en-US" altLang="zh-CN"/>
              <a:t>lvgl</a:t>
            </a:r>
            <a:r>
              <a:t>库移植</a:t>
            </a: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3"/>
            <p:custDataLst>
              <p:tags r:id="rId1"/>
            </p:custDataLst>
          </p:nvPr>
        </p:nvSpPr>
        <p:spPr/>
        <p:txBody>
          <a:bodyPr/>
          <a:lstStyle/>
          <a:p>
            <a:r>
              <a:rPr lang="en-US" altLang="zh-CN"/>
              <a:t>LVGL</a:t>
            </a:r>
            <a:r>
              <a:rPr lang="zh-CN" altLang="en-US"/>
              <a:t>官方的</a:t>
            </a:r>
            <a:r>
              <a:rPr lang="en-US" altLang="zh-CN"/>
              <a:t>GitHub</a:t>
            </a:r>
            <a:r>
              <a:rPr lang="zh-CN" altLang="en-US"/>
              <a:t>仓库</a:t>
            </a:r>
            <a:r>
              <a:rPr lang="en-US" altLang="zh-CN"/>
              <a:t>(https://github.com/lvgl/lvgl/)</a:t>
            </a:r>
            <a:r>
              <a:rPr lang="zh-CN" altLang="en-US"/>
              <a:t>中可以下载源码</a:t>
            </a:r>
            <a:endParaRPr lang="zh-CN" altLang="en-US"/>
          </a:p>
          <a:p>
            <a:pPr marL="0" indent="0">
              <a:buNone/>
            </a:pPr>
            <a:r>
              <a:rPr lang="zh-CN" altLang="en-US"/>
              <a:t>把上图中的</a:t>
            </a:r>
            <a:r>
              <a:rPr lang="en-US" altLang="zh-CN"/>
              <a:t>lv_conf_template.h</a:t>
            </a:r>
            <a:r>
              <a:rPr lang="zh-CN" altLang="en-US"/>
              <a:t>文件改名为</a:t>
            </a:r>
            <a:r>
              <a:rPr lang="en-US" altLang="zh-CN"/>
              <a:t>lv_conf.h</a:t>
            </a:r>
            <a:r>
              <a:rPr lang="zh-CN" altLang="en-US"/>
              <a:t>。</a:t>
            </a:r>
            <a:endParaRPr lang="zh-CN" altLang="en-US"/>
          </a:p>
          <a:p>
            <a:pPr marL="0" indent="0">
              <a:buNone/>
            </a:pPr>
            <a:r>
              <a:rPr lang="zh-CN" altLang="en-US"/>
              <a:t>打开</a:t>
            </a:r>
            <a:r>
              <a:rPr lang="en-US" altLang="zh-CN"/>
              <a:t>lv_conf.h</a:t>
            </a:r>
            <a:r>
              <a:rPr lang="zh-CN" altLang="en-US"/>
              <a:t>文件，修改条件编译指令。</a:t>
            </a:r>
            <a:endParaRPr lang="zh-CN" altLang="en-US"/>
          </a:p>
          <a:p>
            <a:pPr marL="0" indent="0">
              <a:buNone/>
            </a:pPr>
            <a:r>
              <a:rPr lang="en-US" altLang="zh-CN"/>
              <a:t>#if 0 /*Set it to "1" to enable content*/ </a:t>
            </a:r>
            <a:r>
              <a:t>打开这</a:t>
            </a:r>
            <a:br/>
            <a:r>
              <a:t>个开关开启</a:t>
            </a:r>
            <a:r>
              <a:rPr lang="en-US" altLang="zh-CN"/>
              <a:t>lvgl</a:t>
            </a:r>
            <a:r>
              <a:t>功能</a:t>
            </a:r>
          </a:p>
          <a:p>
            <a:pPr marL="0" indent="0">
              <a:buNone/>
            </a:pPr>
            <a:r>
              <a:rPr lang="zh-CN" altLang="en-US"/>
              <a:t>除了</a:t>
            </a:r>
            <a:r>
              <a:rPr lang="en-US" altLang="zh-CN"/>
              <a:t>examples</a:t>
            </a:r>
            <a:r>
              <a:rPr lang="zh-CN" altLang="en-US"/>
              <a:t>文件夹、</a:t>
            </a:r>
            <a:r>
              <a:rPr lang="en-US" altLang="zh-CN"/>
              <a:t>src</a:t>
            </a:r>
            <a:r>
              <a:rPr lang="zh-CN" altLang="en-US"/>
              <a:t>文件夹、</a:t>
            </a:r>
            <a:endParaRPr lang="zh-CN" altLang="en-US"/>
          </a:p>
          <a:p>
            <a:pPr marL="0" indent="0">
              <a:buNone/>
            </a:pPr>
            <a:r>
              <a:rPr lang="en-US" altLang="zh-CN"/>
              <a:t>lv_conf_template.h</a:t>
            </a:r>
            <a:r>
              <a:rPr lang="zh-CN" altLang="en-US"/>
              <a:t>和</a:t>
            </a:r>
            <a:r>
              <a:rPr lang="en-US" altLang="zh-CN"/>
              <a:t>lvgl.h</a:t>
            </a:r>
            <a:r>
              <a:rPr lang="zh-CN" altLang="en-US"/>
              <a:t>文件其他文件与移植</a:t>
            </a:r>
            <a:endParaRPr lang="zh-CN" altLang="en-US"/>
          </a:p>
          <a:p>
            <a:pPr marL="0" indent="0">
              <a:buNone/>
            </a:pPr>
            <a:r>
              <a:rPr lang="zh-CN" altLang="en-US"/>
              <a:t>无关</a:t>
            </a:r>
            <a:endParaRPr lang="zh-CN" altLang="en-US"/>
          </a:p>
          <a:p>
            <a:pPr marL="0" indent="0">
              <a:buNone/>
            </a:pPr>
            <a:r>
              <a:rPr lang="zh-CN" altLang="en-US"/>
              <a:t>右图为最精简移植源码</a:t>
            </a:r>
            <a:endParaRPr lang="zh-CN" altLang="en-US"/>
          </a:p>
        </p:txBody>
      </p:sp>
      <p:sp>
        <p:nvSpPr>
          <p:cNvPr id="6" name="标题 5"/>
          <p:cNvSpPr>
            <a:spLocks noGrp="1"/>
          </p:cNvSpPr>
          <p:nvPr>
            <p:ph type="title" idx="2"/>
            <p:custDataLst>
              <p:tags r:id="rId2"/>
            </p:custDataLst>
          </p:nvPr>
        </p:nvSpPr>
        <p:spPr/>
        <p:txBody>
          <a:bodyPr/>
          <a:lstStyle/>
          <a:p>
            <a:r>
              <a:rPr lang="zh-CN" altLang="en-US"/>
              <a:t>带操作系统移植</a:t>
            </a:r>
            <a:endParaRPr lang="zh-CN" altLang="en-US"/>
          </a:p>
        </p:txBody>
      </p:sp>
      <p:pic>
        <p:nvPicPr>
          <p:cNvPr id="2" name="图片 1" descr="36978c28f2e946a4807e442119b7af02"/>
          <p:cNvPicPr>
            <a:picLocks noChangeAspect="1"/>
          </p:cNvPicPr>
          <p:nvPr/>
        </p:nvPicPr>
        <p:blipFill>
          <a:blip r:embed="rId3"/>
          <a:stretch>
            <a:fillRect/>
          </a:stretch>
        </p:blipFill>
        <p:spPr>
          <a:xfrm>
            <a:off x="6217285" y="2165985"/>
            <a:ext cx="5753100" cy="2667000"/>
          </a:xfrm>
          <a:prstGeom prst="rect">
            <a:avLst/>
          </a:prstGeom>
        </p:spPr>
      </p:pic>
      <p:pic>
        <p:nvPicPr>
          <p:cNvPr id="4" name="图片 3" descr="6f343fc089af4e22a7cf177d91229b22"/>
          <p:cNvPicPr>
            <a:picLocks noChangeAspect="1"/>
          </p:cNvPicPr>
          <p:nvPr/>
        </p:nvPicPr>
        <p:blipFill>
          <a:blip r:embed="rId4"/>
          <a:stretch>
            <a:fillRect/>
          </a:stretch>
        </p:blipFill>
        <p:spPr>
          <a:xfrm>
            <a:off x="5715000" y="5029835"/>
            <a:ext cx="6477000" cy="1362075"/>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idx="2"/>
            <p:custDataLst>
              <p:tags r:id="rId1"/>
            </p:custDataLst>
          </p:nvPr>
        </p:nvSpPr>
        <p:spPr/>
        <p:txBody>
          <a:bodyPr/>
          <a:lstStyle/>
          <a:p>
            <a:r>
              <a:rPr lang="zh-CN" altLang="en-US"/>
              <a:t>带操作系统移植</a:t>
            </a:r>
            <a:endParaRPr lang="zh-CN" altLang="en-US"/>
          </a:p>
        </p:txBody>
      </p:sp>
      <p:pic>
        <p:nvPicPr>
          <p:cNvPr id="7" name="图片 6"/>
          <p:cNvPicPr/>
          <p:nvPr/>
        </p:nvPicPr>
        <p:blipFill>
          <a:blip r:embed="rId2"/>
          <a:stretch>
            <a:fillRect/>
          </a:stretch>
        </p:blipFill>
        <p:spPr>
          <a:xfrm>
            <a:off x="1084580" y="1493520"/>
            <a:ext cx="9409430" cy="4798695"/>
          </a:xfrm>
          <a:prstGeom prst="rect">
            <a:avLst/>
          </a:prstGeom>
        </p:spPr>
      </p:pic>
      <p:sp>
        <p:nvSpPr>
          <p:cNvPr id="8" name="文本框 7"/>
          <p:cNvSpPr txBox="1"/>
          <p:nvPr/>
        </p:nvSpPr>
        <p:spPr>
          <a:xfrm>
            <a:off x="918845" y="1200785"/>
            <a:ext cx="10959465" cy="368300"/>
          </a:xfrm>
          <a:prstGeom prst="rect">
            <a:avLst/>
          </a:prstGeom>
          <a:noFill/>
        </p:spPr>
        <p:txBody>
          <a:bodyPr wrap="square" rtlCol="0">
            <a:spAutoFit/>
          </a:bodyPr>
          <a:p>
            <a:r>
              <a:rPr lang="zh-CN" altLang="en-US"/>
              <a:t>在</a:t>
            </a:r>
            <a:r>
              <a:rPr lang="en-US" altLang="zh-CN"/>
              <a:t>keil</a:t>
            </a:r>
            <a:r>
              <a:rPr lang="zh-CN" altLang="en-US"/>
              <a:t>工程中按照下面四步导入</a:t>
            </a:r>
            <a:r>
              <a:rPr lang="en-US" altLang="zh-CN"/>
              <a:t>lvgl</a:t>
            </a:r>
            <a:r>
              <a:rPr lang="zh-CN" altLang="en-US"/>
              <a:t>文件</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idx="2"/>
            <p:custDataLst>
              <p:tags r:id="rId1"/>
            </p:custDataLst>
          </p:nvPr>
        </p:nvSpPr>
        <p:spPr/>
        <p:txBody>
          <a:bodyPr/>
          <a:lstStyle/>
          <a:p>
            <a:r>
              <a:rPr lang="zh-CN" altLang="en-US"/>
              <a:t>带操作系统移植</a:t>
            </a:r>
            <a:endParaRPr lang="zh-CN" altLang="en-US"/>
          </a:p>
        </p:txBody>
      </p:sp>
      <p:sp>
        <p:nvSpPr>
          <p:cNvPr id="5" name="内容占位符 4"/>
          <p:cNvSpPr/>
          <p:nvPr>
            <p:ph idx="3"/>
          </p:nvPr>
        </p:nvSpPr>
        <p:spPr/>
        <p:txBody>
          <a:bodyPr/>
          <a:p>
            <a:r>
              <a:t>创建驱动文件组</a:t>
            </a:r>
          </a:p>
          <a:p/>
          <a:p>
            <a:pPr marL="0" indent="0">
              <a:buNone/>
            </a:pPr>
            <a:r>
              <a:t>可以把</a:t>
            </a:r>
            <a:r>
              <a:rPr lang="en-US" altLang="zh-CN"/>
              <a:t>lv_conf.h</a:t>
            </a:r>
            <a:r>
              <a:t>也放到</a:t>
            </a:r>
          </a:p>
          <a:p>
            <a:pPr marL="0" indent="0">
              <a:buNone/>
            </a:pPr>
            <a:r>
              <a:t>这个组中修改。</a:t>
            </a:r>
          </a:p>
          <a:p>
            <a:pPr marL="0" indent="0">
              <a:buNone/>
            </a:pPr>
            <a:r>
              <a:t>编码格式改为</a:t>
            </a:r>
            <a:r>
              <a:rPr lang="en-US" altLang="zh-CN"/>
              <a:t>UTF-8</a:t>
            </a:r>
            <a:endParaRPr lang="en-US" altLang="zh-CN"/>
          </a:p>
        </p:txBody>
      </p:sp>
      <p:pic>
        <p:nvPicPr>
          <p:cNvPr id="7" name="图片 6"/>
          <p:cNvPicPr/>
          <p:nvPr/>
        </p:nvPicPr>
        <p:blipFill>
          <a:blip r:embed="rId2"/>
          <a:stretch>
            <a:fillRect/>
          </a:stretch>
        </p:blipFill>
        <p:spPr>
          <a:xfrm>
            <a:off x="3713480" y="1847215"/>
            <a:ext cx="7781925" cy="4470400"/>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3"/>
            <p:custDataLst>
              <p:tags r:id="rId1"/>
            </p:custDataLst>
          </p:nvPr>
        </p:nvSpPr>
        <p:spPr>
          <a:xfrm>
            <a:off x="695325" y="1245235"/>
            <a:ext cx="10800715" cy="5486400"/>
          </a:xfrm>
        </p:spPr>
        <p:txBody>
          <a:bodyPr>
            <a:normAutofit lnSpcReduction="10000"/>
          </a:bodyPr>
          <a:lstStyle/>
          <a:p>
            <a:r>
              <a:rPr lang="zh-CN" altLang="en-US"/>
              <a:t>先打开</a:t>
            </a:r>
            <a:r>
              <a:rPr lang="en-US" altLang="zh-CN"/>
              <a:t> lv_conf.h</a:t>
            </a:r>
            <a:r>
              <a:t>配置屏幕宽高的像素</a:t>
            </a:r>
          </a:p>
          <a:p>
            <a:pPr marL="0" indent="0">
              <a:buNone/>
            </a:pPr>
            <a:r>
              <a:rPr lang="en-US" altLang="zh-CN"/>
              <a:t>#define MY_DISP_HOR_RES    480</a:t>
            </a:r>
            <a:endParaRPr lang="en-US" altLang="zh-CN"/>
          </a:p>
          <a:p>
            <a:pPr marL="0" indent="0">
              <a:buNone/>
            </a:pPr>
            <a:r>
              <a:rPr lang="en-US" altLang="zh-CN"/>
              <a:t>#define MY_DISP_VER_RES    800</a:t>
            </a:r>
            <a:endParaRPr lang="en-US" altLang="zh-CN"/>
          </a:p>
          <a:p>
            <a:pPr marL="0" indent="0">
              <a:buNone/>
            </a:pPr>
            <a:r>
              <a:t>根据屏幕设置对应的缓冲机制（一般为双缓冲整个屏幕）修改</a:t>
            </a:r>
            <a:r>
              <a:rPr lang="en-US" altLang="zh-CN"/>
              <a:t>void lv_port_disp_init(void)</a:t>
            </a:r>
            <a:r>
              <a:t>这个函数。里面具体的内容要根据屏幕编辑（屏幕初始化以及缓冲区刷新）。</a:t>
            </a:r>
          </a:p>
          <a:p>
            <a:pPr marL="0" indent="0">
              <a:buNone/>
            </a:pPr>
            <a:r>
              <a:rPr lang="en-US" altLang="zh-CN"/>
              <a:t>lvgl</a:t>
            </a:r>
            <a:r>
              <a:t>的</a:t>
            </a:r>
            <a:r>
              <a:rPr lang="en-US" altLang="zh-CN"/>
              <a:t>main</a:t>
            </a:r>
            <a:r>
              <a:t>函数：</a:t>
            </a:r>
          </a:p>
          <a:p>
            <a:pPr marL="0" indent="0">
              <a:buNone/>
            </a:pPr>
            <a:r>
              <a:rPr lang="en-US" altLang="zh-CN"/>
              <a:t>1.</a:t>
            </a:r>
            <a:r>
              <a:t>硬件初始化</a:t>
            </a:r>
          </a:p>
          <a:p>
            <a:pPr marL="0" indent="0">
              <a:buNone/>
            </a:pPr>
            <a:r>
              <a:rPr lang="en-US" altLang="zh-CN"/>
              <a:t>2.lvgl</a:t>
            </a:r>
            <a:r>
              <a:t>初始化（</a:t>
            </a:r>
            <a:r>
              <a:rPr lang="en-US" altLang="zh-CN"/>
              <a:t>lv_init();</a:t>
            </a:r>
            <a:r>
              <a:t>）</a:t>
            </a:r>
          </a:p>
          <a:p>
            <a:pPr marL="0" indent="0">
              <a:buNone/>
            </a:pPr>
            <a:r>
              <a:rPr lang="en-US" altLang="zh-CN"/>
              <a:t>3.</a:t>
            </a:r>
            <a:r>
              <a:t>显示驱动和触摸驱动初始化（</a:t>
            </a:r>
            <a:r>
              <a:rPr lang="en-US" altLang="zh-CN"/>
              <a:t> lv_port_disp_init(LV_DISP_ROT_90);</a:t>
            </a:r>
            <a:r>
              <a:t>，</a:t>
            </a:r>
            <a:r>
              <a:rPr lang="en-US" altLang="zh-CN"/>
              <a:t>lv_port_indev_init(LV_DISP_ROT_90);</a:t>
            </a:r>
            <a:r>
              <a:t>）</a:t>
            </a:r>
            <a:endParaRPr lang="en-US" altLang="zh-CN"/>
          </a:p>
          <a:p>
            <a:pPr marL="0" indent="0">
              <a:buNone/>
            </a:pPr>
            <a:r>
              <a:rPr lang="en-US" altLang="zh-CN"/>
              <a:t>4.</a:t>
            </a:r>
            <a:r>
              <a:t>自己编写的</a:t>
            </a:r>
            <a:r>
              <a:rPr lang="en-US" altLang="zh-CN"/>
              <a:t>ui</a:t>
            </a:r>
            <a:r>
              <a:t>入口（目前使用的</a:t>
            </a:r>
            <a:r>
              <a:rPr lang="en-US" altLang="zh-CN"/>
              <a:t>guiguider</a:t>
            </a:r>
            <a:r>
              <a:t>提供的</a:t>
            </a:r>
            <a:r>
              <a:rPr lang="en-US" altLang="zh-CN"/>
              <a:t>set_ui</a:t>
            </a:r>
            <a:r>
              <a:t>）</a:t>
            </a:r>
          </a:p>
          <a:p>
            <a:pPr marL="0" indent="0">
              <a:buNone/>
            </a:pPr>
            <a:r>
              <a:rPr lang="en-US" altLang="zh-CN"/>
              <a:t>5.lvgl</a:t>
            </a:r>
            <a:r>
              <a:t>的心跳（循环调用</a:t>
            </a:r>
            <a:r>
              <a:rPr lang="en-US" altLang="zh-CN"/>
              <a:t>lv_timer_handler</a:t>
            </a:r>
            <a:r>
              <a:t>（）</a:t>
            </a:r>
            <a:r>
              <a:rPr lang="en-US" altLang="zh-CN"/>
              <a:t>lvgl</a:t>
            </a:r>
            <a:r>
              <a:t>才可以正常工作）</a:t>
            </a:r>
          </a:p>
        </p:txBody>
      </p:sp>
      <p:sp>
        <p:nvSpPr>
          <p:cNvPr id="6" name="标题 5"/>
          <p:cNvSpPr>
            <a:spLocks noGrp="1"/>
          </p:cNvSpPr>
          <p:nvPr>
            <p:ph type="title" idx="2"/>
            <p:custDataLst>
              <p:tags r:id="rId2"/>
            </p:custDataLst>
          </p:nvPr>
        </p:nvSpPr>
        <p:spPr/>
        <p:txBody>
          <a:bodyPr/>
          <a:lstStyle/>
          <a:p>
            <a:r>
              <a:t>屏幕配置</a:t>
            </a:r>
          </a:p>
        </p:txBody>
      </p:sp>
      <p:sp>
        <p:nvSpPr>
          <p:cNvPr id="5" name="文本框 4"/>
          <p:cNvSpPr txBox="1"/>
          <p:nvPr/>
        </p:nvSpPr>
        <p:spPr>
          <a:xfrm>
            <a:off x="3048000" y="3244850"/>
            <a:ext cx="6096000" cy="368300"/>
          </a:xfrm>
          <a:prstGeom prst="rect">
            <a:avLst/>
          </a:prstGeom>
          <a:noFill/>
        </p:spPr>
        <p:txBody>
          <a:bodyPr wrap="square" rtlCol="0" anchor="t">
            <a:spAutoFit/>
          </a:bodyPr>
          <a:p>
            <a:r>
              <a:rPr lang="en-US" altLang="zh-CN"/>
              <a:t>lv_port_indev_init(LV_DISP_ROT_90);</a:t>
            </a:r>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normAutofit lnSpcReduction="10000"/>
          </a:bodyPr>
          <a:lstStyle/>
          <a:p>
            <a:r>
              <a:rPr lang="zh-CN" altLang="en-US"/>
              <a:t>Part </a:t>
            </a:r>
            <a:r>
              <a:t>Two</a:t>
            </a:r>
          </a:p>
        </p:txBody>
      </p:sp>
      <p:sp>
        <p:nvSpPr>
          <p:cNvPr id="3" name="标题 2"/>
          <p:cNvSpPr>
            <a:spLocks noGrp="1"/>
          </p:cNvSpPr>
          <p:nvPr>
            <p:ph type="title" idx="1"/>
            <p:custDataLst>
              <p:tags r:id="rId2"/>
            </p:custDataLst>
          </p:nvPr>
        </p:nvSpPr>
        <p:spPr/>
        <p:txBody>
          <a:bodyPr/>
          <a:lstStyle/>
          <a:p>
            <a:r>
              <a:t>基础代码编辑</a:t>
            </a: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代码设计</a:t>
            </a:r>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文本框 3"/>
          <p:cNvSpPr txBox="1"/>
          <p:nvPr/>
        </p:nvSpPr>
        <p:spPr>
          <a:xfrm>
            <a:off x="584200" y="1433195"/>
            <a:ext cx="11526520" cy="5291455"/>
          </a:xfrm>
          <a:prstGeom prst="rect">
            <a:avLst/>
          </a:prstGeom>
          <a:noFill/>
        </p:spPr>
        <p:txBody>
          <a:bodyPr wrap="square" rtlCol="0">
            <a:noAutofit/>
          </a:bodyPr>
          <a:p>
            <a:r>
              <a:rPr lang="zh-CN" altLang="en-US"/>
              <a:t>准备项：</a:t>
            </a:r>
            <a:br>
              <a:rPr lang="zh-CN" altLang="en-US"/>
            </a:br>
            <a:r>
              <a:rPr lang="zh-CN" altLang="en-US"/>
              <a:t>最新版本</a:t>
            </a:r>
            <a:r>
              <a:rPr lang="en-US" altLang="zh-CN"/>
              <a:t>guiguider</a:t>
            </a:r>
            <a:r>
              <a:rPr lang="zh-CN" altLang="en-US"/>
              <a:t>工具，</a:t>
            </a:r>
            <a:r>
              <a:rPr lang="en-US" altLang="zh-CN"/>
              <a:t>nxp</a:t>
            </a:r>
            <a:r>
              <a:rPr lang="zh-CN" altLang="en-US"/>
              <a:t>账号，蓝湖</a:t>
            </a:r>
            <a:endParaRPr lang="zh-CN" altLang="en-US"/>
          </a:p>
          <a:p>
            <a:r>
              <a:rPr lang="en-US" altLang="zh-CN"/>
              <a:t>1.</a:t>
            </a:r>
            <a:r>
              <a:rPr lang="zh-CN" altLang="en-US"/>
              <a:t>按照蓝湖给定切片图以及对应控件的坐标在</a:t>
            </a:r>
            <a:r>
              <a:rPr lang="en-US" altLang="zh-CN"/>
              <a:t>guiguider</a:t>
            </a:r>
            <a:r>
              <a:rPr lang="zh-CN" altLang="en-US"/>
              <a:t>上完成初步的对项目</a:t>
            </a:r>
            <a:r>
              <a:rPr lang="en-US" altLang="zh-CN"/>
              <a:t>lvgl</a:t>
            </a:r>
            <a:r>
              <a:rPr lang="zh-CN" altLang="en-US"/>
              <a:t>的初步开发。</a:t>
            </a:r>
            <a:endParaRPr lang="zh-CN" altLang="en-US"/>
          </a:p>
          <a:p>
            <a:endParaRPr lang="en-US" altLang="zh-CN"/>
          </a:p>
          <a:p>
            <a:r>
              <a:rPr lang="en-US" altLang="zh-CN"/>
              <a:t>//</a:t>
            </a:r>
            <a:r>
              <a:rPr lang="zh-CN" altLang="en-US"/>
              <a:t>注：此阶段要按照规定的或已经完成的项目作为目标，对所设计的包括页码名称、变量、对应事件进行统一的命名、设置。便于后期对对应事件的修改以及对主机方传输数据的统一性，加快代码开发流程。</a:t>
            </a:r>
            <a:endParaRPr lang="zh-CN" altLang="en-US"/>
          </a:p>
          <a:p>
            <a:endParaRPr lang="en-US" altLang="zh-CN"/>
          </a:p>
          <a:p>
            <a:r>
              <a:rPr lang="en-US" altLang="zh-CN"/>
              <a:t>2.</a:t>
            </a:r>
            <a:r>
              <a:rPr lang="zh-CN" altLang="en-US"/>
              <a:t>在</a:t>
            </a:r>
            <a:r>
              <a:rPr lang="en-US" altLang="zh-CN"/>
              <a:t>guiguider</a:t>
            </a:r>
            <a:r>
              <a:rPr lang="zh-CN" altLang="en-US"/>
              <a:t>上画好对应界面后</a:t>
            </a:r>
            <a:r>
              <a:rPr lang="en-US" altLang="zh-CN"/>
              <a:t>,</a:t>
            </a:r>
            <a:r>
              <a:rPr lang="zh-CN" altLang="en-US"/>
              <a:t>切记一定要先点击右上角的模拟器运行，以</a:t>
            </a:r>
            <a:r>
              <a:rPr lang="en-US" altLang="zh-CN"/>
              <a:t>c</a:t>
            </a:r>
            <a:r>
              <a:rPr lang="zh-CN" altLang="en-US"/>
              <a:t>运行模拟器后系统会自动编译之后弹出生成的模拟界面，此时在可以进行对工程的代码导入。如果未进行模拟编译直接进行工程写入对于已更改的部分不会更新到已经创建好的</a:t>
            </a:r>
            <a:r>
              <a:rPr lang="en-US" altLang="zh-CN"/>
              <a:t>lvgl</a:t>
            </a:r>
            <a:r>
              <a:rPr lang="zh-CN" altLang="en-US"/>
              <a:t>模拟文件中。</a:t>
            </a:r>
            <a:endParaRPr lang="zh-CN" altLang="en-US"/>
          </a:p>
          <a:p>
            <a:endParaRPr lang="en-US" altLang="zh-CN"/>
          </a:p>
          <a:p>
            <a:r>
              <a:rPr lang="en-US" altLang="zh-CN"/>
              <a:t>3.</a:t>
            </a:r>
            <a:r>
              <a:rPr lang="zh-CN" altLang="en-US"/>
              <a:t>在使用</a:t>
            </a:r>
            <a:r>
              <a:rPr lang="en-US" altLang="zh-CN"/>
              <a:t>guiguider</a:t>
            </a:r>
            <a:r>
              <a:rPr lang="zh-CN" altLang="en-US"/>
              <a:t>绘制</a:t>
            </a:r>
            <a:r>
              <a:rPr lang="en-US" altLang="zh-CN"/>
              <a:t>lvgl</a:t>
            </a:r>
            <a:r>
              <a:rPr lang="zh-CN" altLang="en-US"/>
              <a:t>界面时，最好将每张图的底层页面切换逻辑在绘制阶段就设计好，对应的组件例（按键、滑动块）需要预留对应的事件触发函数，便于后期对对应的按键事件的更改。</a:t>
            </a:r>
            <a:endParaRPr lang="zh-CN" altLang="en-US"/>
          </a:p>
          <a:p>
            <a:endParaRPr lang="en-US" altLang="zh-CN"/>
          </a:p>
          <a:p>
            <a:r>
              <a:rPr lang="en-US" altLang="zh-CN"/>
              <a:t>4.</a:t>
            </a:r>
            <a:r>
              <a:rPr lang="zh-CN" altLang="en-US"/>
              <a:t>在</a:t>
            </a:r>
            <a:r>
              <a:rPr lang="en-US" altLang="zh-CN"/>
              <a:t>guiguider</a:t>
            </a:r>
            <a:r>
              <a:rPr lang="zh-CN" altLang="en-US"/>
              <a:t>的</a:t>
            </a:r>
            <a:r>
              <a:rPr lang="en-US" altLang="zh-CN"/>
              <a:t>UI</a:t>
            </a:r>
            <a:r>
              <a:rPr lang="zh-CN" altLang="en-US"/>
              <a:t>界面设计完善之后，通过模拟器的认证保证页面切换的底层逻辑后即可将</a:t>
            </a:r>
            <a:r>
              <a:rPr lang="en-US" altLang="zh-CN"/>
              <a:t>guiguider</a:t>
            </a:r>
            <a:r>
              <a:rPr lang="zh-CN" altLang="en-US"/>
              <a:t>软件所生成的代码导入到已经准备好的</a:t>
            </a:r>
            <a:r>
              <a:rPr lang="en-US" altLang="zh-CN"/>
              <a:t>vscode</a:t>
            </a:r>
            <a:r>
              <a:rPr lang="zh-CN" altLang="en-US"/>
              <a:t>仿真</a:t>
            </a:r>
            <a:r>
              <a:rPr lang="en-US" altLang="zh-CN"/>
              <a:t>lvgl</a:t>
            </a:r>
            <a:r>
              <a:rPr lang="zh-CN" altLang="en-US"/>
              <a:t>文件中。</a:t>
            </a:r>
            <a:r>
              <a:rPr lang="en-US" altLang="zh-CN"/>
              <a:t> </a:t>
            </a:r>
            <a:endParaRPr lang="en-US" altLang="zh-CN"/>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guiguider</a:t>
            </a:r>
            <a:r>
              <a:t>使用</a:t>
            </a:r>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8" name="图片 7" descr="b5d9a2720a9b419ca794659e890a7940"/>
          <p:cNvPicPr>
            <a:picLocks noChangeAspect="1"/>
          </p:cNvPicPr>
          <p:nvPr/>
        </p:nvPicPr>
        <p:blipFill>
          <a:blip r:embed="rId3"/>
          <a:stretch>
            <a:fillRect/>
          </a:stretch>
        </p:blipFill>
        <p:spPr>
          <a:xfrm>
            <a:off x="251460" y="1209040"/>
            <a:ext cx="8321040" cy="4900930"/>
          </a:xfrm>
          <a:prstGeom prst="rect">
            <a:avLst/>
          </a:prstGeom>
        </p:spPr>
      </p:pic>
      <p:sp>
        <p:nvSpPr>
          <p:cNvPr id="9" name="文本框 8"/>
          <p:cNvSpPr txBox="1"/>
          <p:nvPr/>
        </p:nvSpPr>
        <p:spPr>
          <a:xfrm>
            <a:off x="8726805" y="1209040"/>
            <a:ext cx="3242310" cy="1198880"/>
          </a:xfrm>
          <a:prstGeom prst="rect">
            <a:avLst/>
          </a:prstGeom>
          <a:noFill/>
        </p:spPr>
        <p:txBody>
          <a:bodyPr wrap="square" rtlCol="0">
            <a:spAutoFit/>
          </a:bodyPr>
          <a:p>
            <a:r>
              <a:rPr lang="zh-CN" altLang="en-US"/>
              <a:t>直接选择左边的控件拖动到画布中即可根据蓝湖上对应的图片、位置对对应的组件进行标准设置。</a:t>
            </a:r>
            <a:endParaRPr lang="en-US" altLang="zh-CN"/>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guiguider</a:t>
            </a:r>
            <a:r>
              <a:t>使用</a:t>
            </a:r>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2" name="图片 1" descr="21e2315166c3496a9056b852f22b5b17"/>
          <p:cNvPicPr>
            <a:picLocks noChangeAspect="1"/>
          </p:cNvPicPr>
          <p:nvPr/>
        </p:nvPicPr>
        <p:blipFill>
          <a:blip r:embed="rId3"/>
          <a:stretch>
            <a:fillRect/>
          </a:stretch>
        </p:blipFill>
        <p:spPr>
          <a:xfrm>
            <a:off x="469900" y="1216660"/>
            <a:ext cx="7170420" cy="4619625"/>
          </a:xfrm>
          <a:prstGeom prst="rect">
            <a:avLst/>
          </a:prstGeom>
        </p:spPr>
      </p:pic>
      <p:sp>
        <p:nvSpPr>
          <p:cNvPr id="5" name="文本框 4"/>
          <p:cNvSpPr txBox="1"/>
          <p:nvPr/>
        </p:nvSpPr>
        <p:spPr>
          <a:xfrm>
            <a:off x="8110855" y="1402715"/>
            <a:ext cx="3717290" cy="1198880"/>
          </a:xfrm>
          <a:prstGeom prst="rect">
            <a:avLst/>
          </a:prstGeom>
          <a:noFill/>
        </p:spPr>
        <p:txBody>
          <a:bodyPr wrap="square" rtlCol="0">
            <a:spAutoFit/>
          </a:bodyPr>
          <a:p>
            <a:r>
              <a:rPr lang="zh-CN" altLang="en-US"/>
              <a:t>以标签为例直接可以在应用上设计对应的属性，如果还有其他的属性需要添加可以参考我提供的另一文件《</a:t>
            </a:r>
            <a:r>
              <a:rPr lang="en-US" altLang="zh-CN"/>
              <a:t>lvgl</a:t>
            </a:r>
            <a:r>
              <a:rPr lang="zh-CN" altLang="en-US"/>
              <a:t>部件使用》</a:t>
            </a:r>
            <a:endParaRPr lang="zh-CN" altLang="en-US"/>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guiguider</a:t>
            </a:r>
            <a:r>
              <a:t>使用</a:t>
            </a:r>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2" name="图片 1" descr="79fe93bb826140fa9608efd65333a036"/>
          <p:cNvPicPr>
            <a:picLocks noChangeAspect="1"/>
          </p:cNvPicPr>
          <p:nvPr/>
        </p:nvPicPr>
        <p:blipFill>
          <a:blip r:embed="rId3"/>
          <a:stretch>
            <a:fillRect/>
          </a:stretch>
        </p:blipFill>
        <p:spPr>
          <a:xfrm>
            <a:off x="0" y="1191895"/>
            <a:ext cx="7757160" cy="5228590"/>
          </a:xfrm>
          <a:prstGeom prst="rect">
            <a:avLst/>
          </a:prstGeom>
        </p:spPr>
      </p:pic>
      <p:sp>
        <p:nvSpPr>
          <p:cNvPr id="5" name="文本框 4"/>
          <p:cNvSpPr txBox="1"/>
          <p:nvPr/>
        </p:nvSpPr>
        <p:spPr>
          <a:xfrm>
            <a:off x="8140700" y="1160780"/>
            <a:ext cx="3747770" cy="645160"/>
          </a:xfrm>
          <a:prstGeom prst="rect">
            <a:avLst/>
          </a:prstGeom>
          <a:noFill/>
        </p:spPr>
        <p:txBody>
          <a:bodyPr wrap="square" rtlCol="0">
            <a:spAutoFit/>
          </a:bodyPr>
          <a:p>
            <a:r>
              <a:rPr lang="zh-CN" altLang="en-US"/>
              <a:t>以最简单的图片按键触发点击事件切页为例。</a:t>
            </a:r>
            <a:endParaRPr lang="zh-CN" altLang="en-US"/>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guiguider</a:t>
            </a:r>
            <a:r>
              <a:t>使用</a:t>
            </a:r>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文本框 3"/>
          <p:cNvSpPr txBox="1"/>
          <p:nvPr/>
        </p:nvSpPr>
        <p:spPr>
          <a:xfrm>
            <a:off x="494665" y="1231265"/>
            <a:ext cx="11262360" cy="368300"/>
          </a:xfrm>
          <a:prstGeom prst="rect">
            <a:avLst/>
          </a:prstGeom>
          <a:noFill/>
        </p:spPr>
        <p:txBody>
          <a:bodyPr wrap="square" rtlCol="0">
            <a:spAutoFit/>
          </a:bodyPr>
          <a:p>
            <a:r>
              <a:rPr lang="zh-CN" altLang="en-US"/>
              <a:t>在绘制好对应的图片后需要导出代码。</a:t>
            </a:r>
            <a:endParaRPr lang="zh-CN" altLang="en-US"/>
          </a:p>
        </p:txBody>
      </p:sp>
      <p:pic>
        <p:nvPicPr>
          <p:cNvPr id="7" name="图片 6" descr="ad625321a2a7e54bae4f787194efdbf"/>
          <p:cNvPicPr>
            <a:picLocks noChangeAspect="1"/>
          </p:cNvPicPr>
          <p:nvPr/>
        </p:nvPicPr>
        <p:blipFill>
          <a:blip r:embed="rId3"/>
          <a:stretch>
            <a:fillRect/>
          </a:stretch>
        </p:blipFill>
        <p:spPr>
          <a:xfrm>
            <a:off x="494665" y="1599565"/>
            <a:ext cx="9737090" cy="2161540"/>
          </a:xfrm>
          <a:prstGeom prst="rect">
            <a:avLst/>
          </a:prstGeom>
        </p:spPr>
      </p:pic>
      <p:sp>
        <p:nvSpPr>
          <p:cNvPr id="8" name="文本框 7"/>
          <p:cNvSpPr txBox="1"/>
          <p:nvPr/>
        </p:nvSpPr>
        <p:spPr>
          <a:xfrm>
            <a:off x="575310" y="3887470"/>
            <a:ext cx="3828415" cy="368300"/>
          </a:xfrm>
          <a:prstGeom prst="rect">
            <a:avLst/>
          </a:prstGeom>
          <a:noFill/>
        </p:spPr>
        <p:txBody>
          <a:bodyPr wrap="square" rtlCol="0">
            <a:spAutoFit/>
          </a:bodyPr>
          <a:p>
            <a:r>
              <a:rPr lang="zh-CN" altLang="en-US"/>
              <a:t>生成的代码如下</a:t>
            </a:r>
            <a:endParaRPr lang="zh-CN" altLang="en-US"/>
          </a:p>
        </p:txBody>
      </p:sp>
      <p:pic>
        <p:nvPicPr>
          <p:cNvPr id="9" name="图片 8" descr="1e44ec71a19e4e6ea1d226f3d11e3663"/>
          <p:cNvPicPr>
            <a:picLocks noChangeAspect="1"/>
          </p:cNvPicPr>
          <p:nvPr/>
        </p:nvPicPr>
        <p:blipFill>
          <a:blip r:embed="rId4"/>
          <a:stretch>
            <a:fillRect/>
          </a:stretch>
        </p:blipFill>
        <p:spPr>
          <a:xfrm>
            <a:off x="494665" y="4309110"/>
            <a:ext cx="4143375" cy="485775"/>
          </a:xfrm>
          <a:prstGeom prst="rect">
            <a:avLst/>
          </a:prstGeom>
        </p:spPr>
      </p:pic>
      <p:pic>
        <p:nvPicPr>
          <p:cNvPr id="10" name="图片 9" descr="b590eebd8914412c879a5b0361ad5a41"/>
          <p:cNvPicPr>
            <a:picLocks noChangeAspect="1"/>
          </p:cNvPicPr>
          <p:nvPr/>
        </p:nvPicPr>
        <p:blipFill>
          <a:blip r:embed="rId5"/>
          <a:stretch>
            <a:fillRect/>
          </a:stretch>
        </p:blipFill>
        <p:spPr>
          <a:xfrm>
            <a:off x="5002530" y="3887470"/>
            <a:ext cx="5229225" cy="971550"/>
          </a:xfrm>
          <a:prstGeom prst="rect">
            <a:avLst/>
          </a:prstGeom>
        </p:spPr>
      </p:pic>
      <p:cxnSp>
        <p:nvCxnSpPr>
          <p:cNvPr id="12" name="直接箭头连接符 11"/>
          <p:cNvCxnSpPr/>
          <p:nvPr/>
        </p:nvCxnSpPr>
        <p:spPr>
          <a:xfrm flipV="1">
            <a:off x="4504690" y="4220845"/>
            <a:ext cx="586105" cy="1517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3989705" y="4635500"/>
            <a:ext cx="929005" cy="8782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14" name="图片 13" descr="8284a27437f84e95b8948d3589420435"/>
          <p:cNvPicPr>
            <a:picLocks noChangeAspect="1"/>
          </p:cNvPicPr>
          <p:nvPr/>
        </p:nvPicPr>
        <p:blipFill>
          <a:blip r:embed="rId6"/>
          <a:stretch>
            <a:fillRect/>
          </a:stretch>
        </p:blipFill>
        <p:spPr>
          <a:xfrm>
            <a:off x="5002530" y="4832350"/>
            <a:ext cx="5989320" cy="2055495"/>
          </a:xfrm>
          <a:prstGeom prst="rect">
            <a:avLst/>
          </a:prstGeom>
        </p:spPr>
      </p:pic>
      <p:sp>
        <p:nvSpPr>
          <p:cNvPr id="15" name="文本框 14"/>
          <p:cNvSpPr txBox="1"/>
          <p:nvPr/>
        </p:nvSpPr>
        <p:spPr>
          <a:xfrm>
            <a:off x="342900" y="5125085"/>
            <a:ext cx="4121150" cy="922020"/>
          </a:xfrm>
          <a:prstGeom prst="rect">
            <a:avLst/>
          </a:prstGeom>
          <a:noFill/>
        </p:spPr>
        <p:txBody>
          <a:bodyPr wrap="square" rtlCol="0">
            <a:spAutoFit/>
          </a:bodyPr>
          <a:p>
            <a:r>
              <a:rPr lang="zh-CN" altLang="en-US"/>
              <a:t>在配置号对应的脚本文件之后就可以由</a:t>
            </a:r>
            <a:r>
              <a:rPr lang="en-US" altLang="zh-CN"/>
              <a:t>gui_guider.c</a:t>
            </a:r>
            <a:r>
              <a:rPr lang="zh-CN" altLang="en-US"/>
              <a:t>文件中的</a:t>
            </a:r>
            <a:r>
              <a:rPr lang="en-US" altLang="zh-CN"/>
              <a:t>setup_ui</a:t>
            </a:r>
            <a:r>
              <a:rPr lang="zh-CN" altLang="en-US"/>
              <a:t>函数进入到自己的页面中。</a:t>
            </a:r>
            <a:endParaRPr lang="zh-CN" altLang="en-US"/>
          </a:p>
        </p:txBody>
      </p:sp>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normAutofit lnSpcReduction="10000"/>
          </a:bodyPr>
          <a:lstStyle/>
          <a:p>
            <a:r>
              <a:rPr lang="zh-CN" altLang="en-US"/>
              <a:t>Part </a:t>
            </a:r>
            <a:r>
              <a:t>Three</a:t>
            </a:r>
          </a:p>
        </p:txBody>
      </p:sp>
      <p:sp>
        <p:nvSpPr>
          <p:cNvPr id="3" name="标题 2"/>
          <p:cNvSpPr>
            <a:spLocks noGrp="1"/>
          </p:cNvSpPr>
          <p:nvPr>
            <p:ph type="title" idx="1"/>
            <p:custDataLst>
              <p:tags r:id="rId2"/>
            </p:custDataLst>
          </p:nvPr>
        </p:nvSpPr>
        <p:spPr/>
        <p:txBody>
          <a:bodyPr/>
          <a:lstStyle/>
          <a:p>
            <a:r>
              <a:t>与逻辑交互框架</a:t>
            </a: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代码构建</a:t>
            </a:r>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4" name="图片 3" descr="3a5d5ea0ede94961bc82bc7d2e0c97ef"/>
          <p:cNvPicPr>
            <a:picLocks noChangeAspect="1"/>
          </p:cNvPicPr>
          <p:nvPr/>
        </p:nvPicPr>
        <p:blipFill>
          <a:blip r:embed="rId3"/>
          <a:stretch>
            <a:fillRect/>
          </a:stretch>
        </p:blipFill>
        <p:spPr>
          <a:xfrm>
            <a:off x="565150" y="1706245"/>
            <a:ext cx="8772525" cy="4476750"/>
          </a:xfrm>
          <a:prstGeom prst="rect">
            <a:avLst/>
          </a:prstGeom>
        </p:spPr>
      </p:pic>
      <p:sp>
        <p:nvSpPr>
          <p:cNvPr id="7" name="文本框 6"/>
          <p:cNvSpPr txBox="1"/>
          <p:nvPr/>
        </p:nvSpPr>
        <p:spPr>
          <a:xfrm>
            <a:off x="565150" y="1210945"/>
            <a:ext cx="10141585" cy="368300"/>
          </a:xfrm>
          <a:prstGeom prst="rect">
            <a:avLst/>
          </a:prstGeom>
          <a:noFill/>
        </p:spPr>
        <p:txBody>
          <a:bodyPr wrap="square" rtlCol="0">
            <a:spAutoFit/>
          </a:bodyPr>
          <a:p>
            <a:r>
              <a:rPr lang="zh-CN" altLang="en-US"/>
              <a:t>使用</a:t>
            </a:r>
            <a:r>
              <a:rPr lang="en-US" altLang="zh-CN"/>
              <a:t>lv_timer_create</a:t>
            </a:r>
            <a:r>
              <a:rPr lang="zh-CN" altLang="en-US"/>
              <a:t>创建</a:t>
            </a:r>
            <a:r>
              <a:rPr lang="en-US" altLang="zh-CN"/>
              <a:t>lvgl</a:t>
            </a:r>
            <a:r>
              <a:rPr lang="zh-CN" altLang="en-US"/>
              <a:t>内部定时器，按照下面代码接收逻辑发来的页码切换到对应界面。</a:t>
            </a:r>
            <a:endParaRPr lang="zh-CN" altLang="en-US"/>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lvgl</a:t>
            </a:r>
            <a:r>
              <a:rPr lang="zh-CN" altLang="en-US"/>
              <a:t>页面状态实时显示</a:t>
            </a:r>
            <a:endParaRPr lang="zh-CN" altLang="en-US"/>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0" name="文本框 9"/>
          <p:cNvSpPr txBox="1"/>
          <p:nvPr/>
        </p:nvSpPr>
        <p:spPr>
          <a:xfrm>
            <a:off x="469900" y="1301750"/>
            <a:ext cx="10717530" cy="1753235"/>
          </a:xfrm>
          <a:prstGeom prst="rect">
            <a:avLst/>
          </a:prstGeom>
          <a:noFill/>
        </p:spPr>
        <p:txBody>
          <a:bodyPr wrap="square" rtlCol="0">
            <a:spAutoFit/>
          </a:bodyPr>
          <a:p>
            <a:r>
              <a:rPr lang="en-US" altLang="zh-CN"/>
              <a:t>1.</a:t>
            </a:r>
            <a:r>
              <a:rPr lang="zh-CN" altLang="en-US"/>
              <a:t>按照点表值显示</a:t>
            </a:r>
            <a:endParaRPr lang="en-US" altLang="zh-CN"/>
          </a:p>
          <a:p>
            <a:r>
              <a:rPr lang="zh-CN" altLang="en-US"/>
              <a:t>以千兆系统为例，直接读取全局变量的值，在页面状态切换的定时器状态机中检测到当前页面的页码时反复的刷新对应的组件。</a:t>
            </a:r>
            <a:endParaRPr lang="zh-CN" altLang="en-US"/>
          </a:p>
          <a:p>
            <a:r>
              <a:rPr lang="en-US" altLang="zh-CN"/>
              <a:t> 2.</a:t>
            </a:r>
            <a:r>
              <a:rPr lang="zh-CN" altLang="en-US"/>
              <a:t>创建定时器处理消息</a:t>
            </a:r>
            <a:endParaRPr lang="en-US" altLang="zh-CN"/>
          </a:p>
          <a:p>
            <a:r>
              <a:rPr lang="zh-CN" altLang="en-US"/>
              <a:t>这样子的处理和切页逻辑处理相似，在逻辑切换点表值的同事需要再传输对应的消息更新页面的状态。类似高端麦有线款的处理。</a:t>
            </a:r>
            <a:endParaRPr lang="zh-CN" altLang="en-US"/>
          </a:p>
        </p:txBody>
      </p:sp>
      <p:pic>
        <p:nvPicPr>
          <p:cNvPr id="11" name="图片 10" descr="34bf0151d22b45db9d0b59bdb5e2809b"/>
          <p:cNvPicPr>
            <a:picLocks noChangeAspect="1"/>
          </p:cNvPicPr>
          <p:nvPr/>
        </p:nvPicPr>
        <p:blipFill>
          <a:blip r:embed="rId3"/>
          <a:stretch>
            <a:fillRect/>
          </a:stretch>
        </p:blipFill>
        <p:spPr>
          <a:xfrm>
            <a:off x="469900" y="3054985"/>
            <a:ext cx="7867650" cy="1628775"/>
          </a:xfrm>
          <a:prstGeom prst="rect">
            <a:avLst/>
          </a:prstGeom>
        </p:spPr>
      </p:pic>
      <p:sp>
        <p:nvSpPr>
          <p:cNvPr id="12" name="文本框 11"/>
          <p:cNvSpPr txBox="1"/>
          <p:nvPr/>
        </p:nvSpPr>
        <p:spPr>
          <a:xfrm>
            <a:off x="383540" y="4897755"/>
            <a:ext cx="8232140" cy="645160"/>
          </a:xfrm>
          <a:prstGeom prst="rect">
            <a:avLst/>
          </a:prstGeom>
          <a:noFill/>
        </p:spPr>
        <p:txBody>
          <a:bodyPr wrap="square" rtlCol="0">
            <a:spAutoFit/>
          </a:bodyPr>
          <a:p>
            <a:r>
              <a:rPr lang="zh-CN" altLang="en-US"/>
              <a:t>判断当前页面的有效性以及自定义页面的切换是否正确，满足条件后按照方法一根据点表的值更改组件状态。</a:t>
            </a:r>
            <a:endParaRPr lang="zh-CN" altLang="en-US"/>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lvgl</a:t>
            </a:r>
            <a:r>
              <a:rPr lang="zh-CN" altLang="en-US"/>
              <a:t>键值上传</a:t>
            </a:r>
            <a:endParaRPr lang="zh-CN" altLang="en-US"/>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 name="文本框 1"/>
          <p:cNvSpPr txBox="1"/>
          <p:nvPr/>
        </p:nvSpPr>
        <p:spPr>
          <a:xfrm>
            <a:off x="151130" y="1231265"/>
            <a:ext cx="12040870" cy="3692525"/>
          </a:xfrm>
          <a:prstGeom prst="rect">
            <a:avLst/>
          </a:prstGeom>
          <a:noFill/>
        </p:spPr>
        <p:txBody>
          <a:bodyPr wrap="square" rtlCol="0">
            <a:spAutoFit/>
          </a:bodyPr>
          <a:p>
            <a:r>
              <a:rPr lang="zh-CN" altLang="en-US"/>
              <a:t>编写事件函数在触发对应的事件时根据对应的宏定义上传键值。</a:t>
            </a:r>
            <a:endParaRPr lang="zh-CN" altLang="en-US"/>
          </a:p>
          <a:p>
            <a:endParaRPr lang="zh-CN" altLang="en-US"/>
          </a:p>
          <a:p>
            <a:r>
              <a:rPr lang="en-US" altLang="zh-CN"/>
              <a:t>int16_t new_wifi_value = lv_slider_get_value(guider_ui.LV_SP_CONF_MODE_WIRELESS_slider_1);</a:t>
            </a:r>
            <a:r>
              <a:rPr lang="zh-CN" altLang="en-US"/>
              <a:t>获取滑动条的值</a:t>
            </a:r>
            <a:endParaRPr lang="en-US" altLang="zh-CN"/>
          </a:p>
          <a:p>
            <a:endParaRPr lang="zh-CN" altLang="en-US"/>
          </a:p>
          <a:p>
            <a:r>
              <a:rPr lang="en-US" altLang="zh-CN"/>
              <a:t>int btn_index = (intptr_t)lv_obj_get_user_data(target_btn); </a:t>
            </a:r>
            <a:r>
              <a:rPr lang="zh-CN" altLang="en-US"/>
              <a:t>获取点击按钮用户数据</a:t>
            </a:r>
            <a:endParaRPr lang="zh-CN" altLang="en-US"/>
          </a:p>
          <a:p>
            <a:r>
              <a:rPr lang="en-US" altLang="zh-CN"/>
              <a:t>lvgl_key_value=lv_dropdown_get_selected(guider_ui.LV_SP_MIC_CTRL_ddlist_1)</a:t>
            </a:r>
            <a:r>
              <a:rPr lang="zh-CN" altLang="en-US"/>
              <a:t>；</a:t>
            </a:r>
            <a:r>
              <a:rPr lang="en-US" altLang="zh-CN"/>
              <a:t> </a:t>
            </a:r>
            <a:r>
              <a:rPr lang="zh-CN" altLang="en-US"/>
              <a:t>获取下拉框的数据</a:t>
            </a:r>
            <a:endParaRPr lang="zh-CN" altLang="en-US"/>
          </a:p>
          <a:p>
            <a:r>
              <a:rPr lang="zh-CN" altLang="en-US"/>
              <a:t>在触发事件函数时可以根据以上函数等获取到组件绑定的值，对接好逻辑之后可以直接由消息队列传递到逻辑端处理数据。</a:t>
            </a:r>
            <a:endParaRPr lang="en-US" altLang="zh-CN"/>
          </a:p>
          <a:p>
            <a:endParaRPr lang="zh-CN" altLang="en-US"/>
          </a:p>
          <a:p>
            <a:endParaRPr lang="zh-CN" altLang="en-US"/>
          </a:p>
          <a:p>
            <a:endParaRPr lang="zh-CN" altLang="en-US"/>
          </a:p>
          <a:p>
            <a:endParaRPr lang="zh-CN" altLang="en-US"/>
          </a:p>
          <a:p>
            <a:endParaRPr lang="zh-CN" altLang="en-US"/>
          </a:p>
        </p:txBody>
      </p:sp>
      <p:pic>
        <p:nvPicPr>
          <p:cNvPr id="4" name="图片 3" descr="99c240130745457cadd347d7cb406650"/>
          <p:cNvPicPr>
            <a:picLocks noChangeAspect="1"/>
          </p:cNvPicPr>
          <p:nvPr/>
        </p:nvPicPr>
        <p:blipFill>
          <a:blip r:embed="rId3"/>
          <a:stretch>
            <a:fillRect/>
          </a:stretch>
        </p:blipFill>
        <p:spPr>
          <a:xfrm>
            <a:off x="7258050" y="3208020"/>
            <a:ext cx="4737100" cy="3579495"/>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normAutofit lnSpcReduction="10000"/>
          </a:bodyPr>
          <a:lstStyle/>
          <a:p>
            <a:r>
              <a:rPr lang="zh-CN" altLang="en-US"/>
              <a:t>Part </a:t>
            </a:r>
            <a:r>
              <a:t>Four</a:t>
            </a:r>
          </a:p>
        </p:txBody>
      </p:sp>
      <p:sp>
        <p:nvSpPr>
          <p:cNvPr id="3" name="标题 2"/>
          <p:cNvSpPr>
            <a:spLocks noGrp="1"/>
          </p:cNvSpPr>
          <p:nvPr>
            <p:ph type="title" idx="1"/>
            <p:custDataLst>
              <p:tags r:id="rId2"/>
            </p:custDataLst>
          </p:nvPr>
        </p:nvSpPr>
        <p:spPr/>
        <p:txBody>
          <a:bodyPr/>
          <a:lstStyle/>
          <a:p>
            <a:r>
              <a:t>注意事项以及问题总结</a:t>
            </a:r>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a:sym typeface="+mn-ea"/>
              </a:rPr>
              <a:t>注意事项</a:t>
            </a:r>
            <a:endParaRPr lang="zh-CN" altLang="en-US"/>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框 4"/>
          <p:cNvSpPr txBox="1"/>
          <p:nvPr/>
        </p:nvSpPr>
        <p:spPr>
          <a:xfrm>
            <a:off x="494665" y="1231265"/>
            <a:ext cx="11454765" cy="3415030"/>
          </a:xfrm>
          <a:prstGeom prst="rect">
            <a:avLst/>
          </a:prstGeom>
          <a:noFill/>
        </p:spPr>
        <p:txBody>
          <a:bodyPr wrap="square" rtlCol="0">
            <a:spAutoFit/>
          </a:bodyPr>
          <a:p>
            <a:r>
              <a:rPr lang="en-US" altLang="zh-CN"/>
              <a:t>  1.lvgl</a:t>
            </a:r>
            <a:r>
              <a:rPr lang="zh-CN" altLang="en-US"/>
              <a:t>内部的</a:t>
            </a:r>
            <a:r>
              <a:rPr lang="en-US" altLang="zh-CN"/>
              <a:t>api</a:t>
            </a:r>
            <a:r>
              <a:rPr lang="zh-CN" altLang="en-US"/>
              <a:t>接口只能在主函数或者</a:t>
            </a:r>
            <a:r>
              <a:rPr lang="zh-CN"/>
              <a:t>独属于</a:t>
            </a:r>
            <a:r>
              <a:rPr lang="en-US" altLang="zh-CN"/>
              <a:t>lvgl</a:t>
            </a:r>
            <a:r>
              <a:rPr lang="zh-CN" altLang="en-US"/>
              <a:t>的线程中进行调用，目前主要使用的稳定版本为</a:t>
            </a:r>
            <a:r>
              <a:rPr lang="en-US" altLang="zh-CN"/>
              <a:t>8.3</a:t>
            </a:r>
            <a:r>
              <a:rPr lang="zh-CN" altLang="en-US"/>
              <a:t>以及</a:t>
            </a:r>
            <a:r>
              <a:rPr lang="en-US" altLang="zh-CN"/>
              <a:t>9</a:t>
            </a:r>
            <a:r>
              <a:rPr lang="zh-CN" altLang="en-US"/>
              <a:t>（</a:t>
            </a:r>
            <a:r>
              <a:rPr lang="en-US" altLang="zh-CN"/>
              <a:t>9</a:t>
            </a:r>
            <a:r>
              <a:rPr lang="zh-CN" altLang="en-US"/>
              <a:t>代的优化很多，但属于新的体系，部分接口需要详细查阅</a:t>
            </a:r>
            <a:r>
              <a:rPr lang="en-US" altLang="zh-CN"/>
              <a:t>lvgl</a:t>
            </a:r>
            <a:r>
              <a:rPr lang="zh-CN" altLang="en-US"/>
              <a:t>官方才能正常使用）</a:t>
            </a:r>
            <a:endParaRPr lang="zh-CN" altLang="en-US"/>
          </a:p>
          <a:p>
            <a:r>
              <a:rPr lang="en-US" altLang="zh-CN"/>
              <a:t>  2.</a:t>
            </a:r>
            <a:r>
              <a:rPr lang="zh-CN" altLang="en-US"/>
              <a:t>内存泄漏问题，不论是静态还是动态切换页面都需要根据变换删除掉不再需要的组件，这样子不会产生内存堆积，如果遇到了单纯只是用事件函数切换页面操作一点时间后出现死机问题的情况可以检查</a:t>
            </a:r>
            <a:r>
              <a:rPr lang="en-US" altLang="zh-CN"/>
              <a:t>lv_mem_monitor_t</a:t>
            </a:r>
            <a:r>
              <a:rPr lang="zh-CN" altLang="en-US"/>
              <a:t>由</a:t>
            </a:r>
            <a:r>
              <a:rPr lang="en-US" altLang="zh-CN"/>
              <a:t>lvgl</a:t>
            </a:r>
            <a:r>
              <a:rPr lang="zh-CN" altLang="en-US"/>
              <a:t>内部提供的内存显示情况查看是否有内存泄漏的问题。</a:t>
            </a:r>
            <a:endParaRPr lang="zh-CN" altLang="en-US"/>
          </a:p>
          <a:p>
            <a:r>
              <a:rPr lang="en-US" altLang="zh-CN"/>
              <a:t>  3.</a:t>
            </a:r>
            <a:r>
              <a:rPr lang="zh-CN" altLang="en-US"/>
              <a:t>使用工具的版本问题，保证使用生成</a:t>
            </a:r>
            <a:r>
              <a:rPr lang="en-US" altLang="zh-CN"/>
              <a:t>lvgl</a:t>
            </a:r>
            <a:r>
              <a:rPr lang="zh-CN" altLang="en-US"/>
              <a:t>代码的工具是属于较新版本或公认的稳定版本，部分软件提供的组件是由其内部代码集成的，与</a:t>
            </a:r>
            <a:r>
              <a:rPr lang="en-US" altLang="zh-CN"/>
              <a:t>lvgl</a:t>
            </a:r>
            <a:r>
              <a:rPr lang="zh-CN" altLang="en-US"/>
              <a:t>自己对应版本的基本控件可能有操作上的不同，相同的操作可能在集成的控件上没有理想的运行效果，造作位置的错误产生。</a:t>
            </a:r>
            <a:endParaRPr lang="zh-CN" altLang="en-US"/>
          </a:p>
          <a:p>
            <a:r>
              <a:rPr lang="en-US" altLang="zh-CN"/>
              <a:t>  4.</a:t>
            </a:r>
            <a:r>
              <a:rPr lang="zh-CN" altLang="en-US"/>
              <a:t>页面实时显示可能会出现的问题：如果采用的是动态页面切换，当操作当前页面以外的控件时一定是出现死机问题，对页面的管理不能完全以来于</a:t>
            </a:r>
            <a:r>
              <a:rPr lang="en-US" altLang="zh-CN"/>
              <a:t>lv_obj_t *act_scr = lv_scr_act();</a:t>
            </a:r>
            <a:r>
              <a:rPr lang="zh-CN" altLang="en-US"/>
              <a:t>这个函数的返回值，因为在动态切换页面时会有短暂的瞬间停留在上一个界面，但该函数的返回值已经将切换好的界面提供，就会造成死机的问题。、</a:t>
            </a:r>
            <a:endParaRPr lang="zh-CN" altLang="en-US"/>
          </a:p>
          <a:p>
            <a:r>
              <a:rPr lang="en-US" altLang="zh-CN"/>
              <a:t>  5.</a:t>
            </a:r>
            <a:r>
              <a:rPr lang="zh-CN" altLang="en-US"/>
              <a:t>要严格遵守</a:t>
            </a:r>
            <a:r>
              <a:rPr lang="en-US" altLang="zh-CN"/>
              <a:t>lvgl</a:t>
            </a:r>
            <a:r>
              <a:rPr lang="zh-CN" altLang="en-US"/>
              <a:t>组件控制函数的参数，参数填错在编译时不会有任何报错，但是一定会死机。</a:t>
            </a:r>
            <a:endParaRPr lang="zh-CN" alt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问题总结</a:t>
            </a:r>
            <a:endParaRPr lang="zh-CN" altLang="en-US"/>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文本框 4"/>
          <p:cNvSpPr txBox="1"/>
          <p:nvPr/>
        </p:nvSpPr>
        <p:spPr>
          <a:xfrm>
            <a:off x="494665" y="1231265"/>
            <a:ext cx="11454765" cy="368300"/>
          </a:xfrm>
          <a:prstGeom prst="rect">
            <a:avLst/>
          </a:prstGeom>
          <a:noFill/>
        </p:spPr>
        <p:txBody>
          <a:bodyPr wrap="square" rtlCol="0">
            <a:spAutoFit/>
          </a:bodyPr>
          <a:p>
            <a:r>
              <a:rPr lang="en-US" altLang="zh-CN"/>
              <a:t> </a:t>
            </a:r>
            <a:endParaRPr lang="zh-CN" altLang="en-US"/>
          </a:p>
        </p:txBody>
      </p:sp>
      <p:sp>
        <p:nvSpPr>
          <p:cNvPr id="2" name="文本框 1"/>
          <p:cNvSpPr txBox="1"/>
          <p:nvPr/>
        </p:nvSpPr>
        <p:spPr>
          <a:xfrm>
            <a:off x="312420" y="1281430"/>
            <a:ext cx="11727815" cy="922020"/>
          </a:xfrm>
          <a:prstGeom prst="rect">
            <a:avLst/>
          </a:prstGeom>
          <a:noFill/>
        </p:spPr>
        <p:txBody>
          <a:bodyPr wrap="square" rtlCol="0">
            <a:spAutoFit/>
          </a:bodyPr>
          <a:p>
            <a:r>
              <a:rPr lang="en-US" altLang="zh-CN"/>
              <a:t>  1</a:t>
            </a:r>
            <a:r>
              <a:rPr lang="zh-CN" altLang="en-US"/>
              <a:t>：</a:t>
            </a:r>
            <a:r>
              <a:rPr lang="en-US" altLang="zh-CN"/>
              <a:t>lvgl</a:t>
            </a:r>
            <a:r>
              <a:rPr lang="zh-CN" altLang="en-US"/>
              <a:t>在</a:t>
            </a:r>
            <a:r>
              <a:rPr lang="en-US" altLang="zh-CN"/>
              <a:t>guiguider</a:t>
            </a:r>
            <a:r>
              <a:rPr lang="zh-CN" altLang="en-US"/>
              <a:t>上开发以及仿真时对应的标签文本位置都是正确的，但是上机后普遍偏下</a:t>
            </a:r>
            <a:r>
              <a:rPr lang="en-US" altLang="zh-CN"/>
              <a:t>4</a:t>
            </a:r>
            <a:r>
              <a:rPr lang="zh-CN" altLang="en-US"/>
              <a:t>个像素点（可能是显示驱动或者是字体基线差异问题，不过现在没有一个很好的解决方法，目前的操作是自己向上偏移对应的文本）</a:t>
            </a:r>
            <a:endParaRPr lang="zh-CN" altLang="en-US"/>
          </a:p>
          <a:p>
            <a:r>
              <a:rPr lang="en-US" altLang="zh-CN"/>
              <a:t>  2</a:t>
            </a:r>
            <a:r>
              <a:rPr lang="zh-CN" altLang="en-US"/>
              <a:t>：</a:t>
            </a:r>
            <a:r>
              <a:rPr lang="en-US" altLang="zh-CN"/>
              <a:t>guiguider</a:t>
            </a:r>
            <a:r>
              <a:rPr lang="zh-CN" altLang="en-US"/>
              <a:t>版本问题，高端麦无线款的问题</a:t>
            </a:r>
            <a:endParaRPr lang="zh-CN" altLang="en-US"/>
          </a:p>
        </p:txBody>
      </p:sp>
      <p:pic>
        <p:nvPicPr>
          <p:cNvPr id="4" name="图片 3" descr="968832681b7047b985cfef6280056dab"/>
          <p:cNvPicPr>
            <a:picLocks noChangeAspect="1"/>
          </p:cNvPicPr>
          <p:nvPr/>
        </p:nvPicPr>
        <p:blipFill>
          <a:blip r:embed="rId3"/>
          <a:stretch>
            <a:fillRect/>
          </a:stretch>
        </p:blipFill>
        <p:spPr>
          <a:xfrm>
            <a:off x="312420" y="2203450"/>
            <a:ext cx="11372850" cy="1143000"/>
          </a:xfrm>
          <a:prstGeom prst="rect">
            <a:avLst/>
          </a:prstGeom>
        </p:spPr>
      </p:pic>
      <p:sp>
        <p:nvSpPr>
          <p:cNvPr id="7" name="文本框 6"/>
          <p:cNvSpPr txBox="1"/>
          <p:nvPr/>
        </p:nvSpPr>
        <p:spPr>
          <a:xfrm>
            <a:off x="332740" y="3442970"/>
            <a:ext cx="11535410" cy="1753235"/>
          </a:xfrm>
          <a:prstGeom prst="rect">
            <a:avLst/>
          </a:prstGeom>
          <a:noFill/>
        </p:spPr>
        <p:txBody>
          <a:bodyPr wrap="square" rtlCol="0">
            <a:spAutoFit/>
          </a:bodyPr>
          <a:p>
            <a:r>
              <a:rPr lang="zh-CN" altLang="en-US"/>
              <a:t>在这段代码中及时根据官方接口判断</a:t>
            </a:r>
            <a:r>
              <a:rPr lang="en-US" altLang="zh-CN"/>
              <a:t>time_analog_clock_1</a:t>
            </a:r>
            <a:r>
              <a:rPr lang="zh-CN" altLang="en-US"/>
              <a:t>的有效性也不能完全保证更改模拟时钟的安全性，因为模拟时钟属于</a:t>
            </a:r>
            <a:r>
              <a:rPr lang="en-US" altLang="zh-CN"/>
              <a:t>guiguider</a:t>
            </a:r>
            <a:r>
              <a:rPr lang="zh-CN" altLang="en-US"/>
              <a:t>集成的一个组件，在页面切换时不能完全删除模拟时钟的数据，造成了组件</a:t>
            </a:r>
            <a:r>
              <a:rPr lang="en-US" altLang="zh-CN"/>
              <a:t>“</a:t>
            </a:r>
            <a:r>
              <a:rPr lang="zh-CN" altLang="en-US"/>
              <a:t>有效</a:t>
            </a:r>
            <a:r>
              <a:rPr lang="en-US" altLang="zh-CN"/>
              <a:t>”</a:t>
            </a:r>
            <a:r>
              <a:rPr lang="zh-CN" altLang="en-US"/>
              <a:t>，在操作这段代码时直接就出现了死机问题。</a:t>
            </a:r>
            <a:endParaRPr lang="zh-CN" altLang="en-US"/>
          </a:p>
          <a:p>
            <a:r>
              <a:rPr lang="en-US" altLang="zh-CN"/>
              <a:t>  3</a:t>
            </a:r>
            <a:r>
              <a:rPr lang="zh-CN" altLang="en-US"/>
              <a:t>：芯片串口配置问题：</a:t>
            </a:r>
            <a:br>
              <a:rPr lang="zh-CN" altLang="en-US"/>
            </a:br>
            <a:r>
              <a:rPr lang="zh-CN" altLang="en-US"/>
              <a:t>在使用芯片串口时软件默认上拉对应引脚，保证没有异常数据由引脚直连芯片造成的异常操作（匠芯创的串口中断中有对信号量的操作，在接入串口时打印错误信息抓不到问题，在装成整机后问题又复现）</a:t>
            </a:r>
            <a:endParaRPr lang="zh-CN" altLang="en-US"/>
          </a:p>
        </p:txBody>
      </p:sp>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2"/>
            <p:custDataLst>
              <p:tags r:id="rId1"/>
            </p:custDataLst>
          </p:nvPr>
        </p:nvSpPr>
        <p:spPr/>
        <p:txBody>
          <a:bodyPr/>
          <a:lstStyle/>
          <a:p>
            <a:r>
              <a:rPr lang="zh-CN" altLang="en-US"/>
              <a:t>感谢您的观看与聆听</a:t>
            </a:r>
            <a:endParaRPr lang="zh-CN" altLang="en-US"/>
          </a:p>
        </p:txBody>
      </p:sp>
      <p:sp>
        <p:nvSpPr>
          <p:cNvPr id="5" name="文本占位符 4"/>
          <p:cNvSpPr>
            <a:spLocks noGrp="1"/>
          </p:cNvSpPr>
          <p:nvPr>
            <p:ph type="body" idx="1"/>
            <p:custDataLst>
              <p:tags r:id="rId2"/>
            </p:custDataLst>
          </p:nvPr>
        </p:nvSpPr>
        <p:spPr/>
        <p:txBody>
          <a:bodyPr/>
          <a:lstStyle/>
          <a:p>
            <a:r>
              <a:rPr lang="zh-CN" altLang="en-US"/>
              <a:t>汇报人：</a:t>
            </a:r>
            <a:r>
              <a:rPr lang="en-US" altLang="zh-CN"/>
              <a:t>WPS</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PLACING_PICTURE_USER_VIEWPORT" val="{&quot;height&quot;:10800,&quot;width&quot;:1920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3.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4.xml><?xml version="1.0" encoding="utf-8"?>
<p:tagLst xmlns:p="http://schemas.openxmlformats.org/presentationml/2006/main">
  <p:tag name="KSO_WM_UNIT_PRESET_TEXT" val="Simple &amp; Creative"/>
  <p:tag name="KSO_WM_UNIT_NOCLEAR" val="0"/>
  <p:tag name="KSO_WM_UNIT_VALUE" val="48"/>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ISCONTENTSTITLE" val="0"/>
  <p:tag name="KSO_WM_UNIT_ISNUMDGMTITLE" val="0"/>
  <p:tag name="KSO_WM_UNIT_TEXT_FILL_FORE_SCHEMECOLOR_INDEX_BRIGHTNESS" val="-0.25"/>
  <p:tag name="KSO_WM_UNIT_TEXT_FILL_FORE_SCHEMECOLOR_INDEX" val="14"/>
  <p:tag name="KSO_WM_UNIT_TEXT_FILL_TYPE" val="1"/>
  <p:tag name="KSO_WM_UNIT_CONTENT_GROUP_TYPE" val="contentchip"/>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PA" val="v5.2.11"/>
</p:tagLst>
</file>

<file path=ppt/tags/tag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 name="PA" val="v5.2.11"/>
  <p:tag name="KSO_WM_UNIT_TEXT_LAYER_COUNT" val="1"/>
</p:tagLst>
</file>

<file path=ppt/tags/tag10.xml><?xml version="1.0" encoding="utf-8"?>
<p:tagLst xmlns:p="http://schemas.openxmlformats.org/presentationml/2006/main">
  <p:tag name="KSO_WM_UNIT_ISCONTENTSTITLE" val="0"/>
  <p:tag name="KSO_WM_UNIT_ISNUMDGMTITLE" val="0"/>
  <p:tag name="KSO_WM_UNIT_PRESET_TEXT" val="单击此处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PA" val="v5.2.1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2*i*2"/>
  <p:tag name="KSO_WM_UNIT_LAYERLEVEL" val="1"/>
  <p:tag name="KSO_WM_TAG_VERSION" val="3.0"/>
  <p:tag name="KSO_WM_BEAUTIFY_FLAG" val="#wm#"/>
  <p:tag name="KSO_WM_UNIT_CONTENT_GROUP_TYPE" val="titlestyle"/>
  <p:tag name="PA" val="v5.2.1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1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3.xml><?xml version="1.0" encoding="utf-8"?>
<p:tagLst xmlns:p="http://schemas.openxmlformats.org/presentationml/2006/main">
  <p:tag name="KSO_WM_BEAUTIFY_FLAG" val="#wm#"/>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4*i*4"/>
  <p:tag name="KSO_WM_UNIT_LAYERLEVEL" val="1"/>
  <p:tag name="KSO_WM_TAG_VERSION" val="3.0"/>
</p:tagLst>
</file>

<file path=ppt/tags/tag24.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25.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3.0"/>
</p:tagLst>
</file>

<file path=ppt/tags/tag3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5*i*2"/>
  <p:tag name="KSO_WM_UNIT_LAYERLEVEL" val="1"/>
  <p:tag name="KSO_WM_TAG_VERSION" val="3.0"/>
  <p:tag name="KSO_WM_BEAUTIFY_FLAG" val="#wm#"/>
  <p:tag name="KSO_WM_UNIT_CONTENT_GROUP_TYPE" val="titlestyle"/>
</p:tagLst>
</file>

<file path=ppt/tags/tag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3.0"/>
</p:tagLst>
</file>

<file path=ppt/tags/tag38.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39.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4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3.0"/>
  <p:tag name="KSO_WM_UNIT_CONTENT_GROUP_TYPE" val="titlestyle"/>
</p:tagLst>
</file>

<file path=ppt/tags/tag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3.0"/>
</p:tagLst>
</file>

<file path=ppt/tags/tag4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7*i*2"/>
  <p:tag name="KSO_WM_UNIT_LAYERLEVEL" val="1"/>
  <p:tag name="KSO_WM_TAG_VERSION" val="3.0"/>
  <p:tag name="KSO_WM_BEAUTIFY_FLAG" val="#wm#"/>
  <p:tag name="KSO_WM_UNIT_CONTENT_GROUP_TYPE" val="titlestyle"/>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8*i*1"/>
  <p:tag name="KSO_WM_UNIT_LAYERLEVEL" val="1"/>
  <p:tag name="KSO_WM_TAG_VERSION" val="3.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Lst>
</file>

<file path=ppt/tags/tag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3.0"/>
</p:tagLst>
</file>

<file path=ppt/tags/tag63.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6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 name="KSO_WM_UNIT_CONTENT_GROUP_TYPE" val="titlestyle"/>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70.xml><?xml version="1.0" encoding="utf-8"?>
<p:tagLst xmlns:p="http://schemas.openxmlformats.org/presentationml/2006/main">
  <p:tag name="KSO_WM_UNIT_ISCONTENTSTITLE" val="0"/>
  <p:tag name="KSO_WM_UNIT_ISNUMDGMTITLE" val="0"/>
  <p:tag name="KSO_WM_UNIT_PRESET_TEXT" val="感谢您的观看与聆听"/>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71.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82.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83.xml><?xml version="1.0" encoding="utf-8"?>
<p:tagLst xmlns:p="http://schemas.openxmlformats.org/presentationml/2006/main">
  <p:tag name="KSO_WM_UNIT_PLACING_PICTURE_USER_VIEWPORT" val="{&quot;height&quot;:10800,&quot;width&quot;:1920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84.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85.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86.xml><?xml version="1.0" encoding="utf-8"?>
<p:tagLst xmlns:p="http://schemas.openxmlformats.org/presentationml/2006/main">
  <p:tag name="KSO_WM_UNIT_PRESET_TEXT" val="Simple &amp; Creative"/>
  <p:tag name="KSO_WM_UNIT_NOCLEAR" val="0"/>
  <p:tag name="KSO_WM_UNIT_VALUE" val="48"/>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ISCONTENTSTITLE" val="0"/>
  <p:tag name="KSO_WM_UNIT_ISNUMDGMTITLE" val="0"/>
  <p:tag name="KSO_WM_UNIT_TEXT_FILL_FORE_SCHEMECOLOR_INDEX_BRIGHTNESS" val="-0.25"/>
  <p:tag name="KSO_WM_UNIT_TEXT_FILL_FORE_SCHEMECOLOR_INDEX" val="14"/>
  <p:tag name="KSO_WM_UNIT_TEXT_FILL_TYPE" val="1"/>
  <p:tag name="KSO_WM_UNIT_CONTENT_GROUP_TYPE" val="contentchip"/>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PA" val="v5.2.11"/>
</p:tagLst>
</file>

<file path=ppt/tags/tag9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 name="PA" val="v5.2.11"/>
  <p:tag name="KSO_WM_UNIT_TEXT_LAYER_COUNT" val="1"/>
</p:tagLst>
</file>

<file path=ppt/tags/tag92.xml><?xml version="1.0" encoding="utf-8"?>
<p:tagLst xmlns:p="http://schemas.openxmlformats.org/presentationml/2006/main">
  <p:tag name="KSO_WM_UNIT_ISCONTENTSTITLE" val="0"/>
  <p:tag name="KSO_WM_UNIT_ISNUMDGMTITLE" val="0"/>
  <p:tag name="KSO_WM_UNIT_PRESET_TEXT" val="单击此处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PA" val="v5.2.1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2*i*2"/>
  <p:tag name="KSO_WM_UNIT_LAYERLEVEL" val="1"/>
  <p:tag name="KSO_WM_TAG_VERSION" val="3.0"/>
  <p:tag name="KSO_WM_BEAUTIFY_FLAG" val="#wm#"/>
  <p:tag name="KSO_WM_UNIT_CONTENT_GROUP_TYPE" val="titlestyle"/>
  <p:tag name="PA" val="v5.2.1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98.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9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05.xml><?xml version="1.0" encoding="utf-8"?>
<p:tagLst xmlns:p="http://schemas.openxmlformats.org/presentationml/2006/main">
  <p:tag name="KSO_WM_BEAUTIFY_FLAG" val="#wm#"/>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4*i*4"/>
  <p:tag name="KSO_WM_UNIT_LAYERLEVEL" val="1"/>
  <p:tag name="KSO_WM_TAG_VERSION" val="3.0"/>
</p:tagLst>
</file>

<file path=ppt/tags/tag106.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07.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3.0"/>
</p:tagLst>
</file>

<file path=ppt/tags/tag11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5*i*2"/>
  <p:tag name="KSO_WM_UNIT_LAYERLEVEL" val="1"/>
  <p:tag name="KSO_WM_TAG_VERSION" val="3.0"/>
  <p:tag name="KSO_WM_BEAUTIFY_FLAG" val="#wm#"/>
  <p:tag name="KSO_WM_UNIT_CONTENT_GROUP_TYPE" val="titlestyle"/>
</p:tagLst>
</file>

<file path=ppt/tags/tag1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11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3.0"/>
</p:tagLst>
</file>

<file path=ppt/tags/tag12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121.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12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1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3.0"/>
  <p:tag name="KSO_WM_UNIT_CONTENT_GROUP_TYPE" val="titlestyle"/>
</p:tagLst>
</file>

<file path=ppt/tags/tag1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1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2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3.0"/>
</p:tagLst>
</file>

<file path=ppt/tags/tag13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7*i*2"/>
  <p:tag name="KSO_WM_UNIT_LAYERLEVEL" val="1"/>
  <p:tag name="KSO_WM_TAG_VERSION" val="3.0"/>
  <p:tag name="KSO_WM_BEAUTIFY_FLAG" val="#wm#"/>
  <p:tag name="KSO_WM_UNIT_CONTENT_GROUP_TYPE" val="titlestyle"/>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8*i*1"/>
  <p:tag name="KSO_WM_UNIT_LAYERLEVEL" val="1"/>
  <p:tag name="KSO_WM_TAG_VERSION" val="3.0"/>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Lst>
</file>

<file path=ppt/tags/tag1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3.0"/>
</p:tagLst>
</file>

<file path=ppt/tags/tag145.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14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 name="KSO_WM_UNIT_CONTENT_GROUP_TYPE" val="titlestyle"/>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152.xml><?xml version="1.0" encoding="utf-8"?>
<p:tagLst xmlns:p="http://schemas.openxmlformats.org/presentationml/2006/main">
  <p:tag name="KSO_WM_UNIT_ISCONTENTSTITLE" val="0"/>
  <p:tag name="KSO_WM_UNIT_ISNUMDGMTITLE" val="0"/>
  <p:tag name="KSO_WM_UNIT_PRESET_TEXT" val="感谢您的观看与聆听"/>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53.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16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165.xml><?xml version="1.0" encoding="utf-8"?>
<p:tagLst xmlns:p="http://schemas.openxmlformats.org/presentationml/2006/main">
  <p:tag name="KSO_WM_UNIT_PLACING_PICTURE_USER_VIEWPORT" val="{&quot;height&quot;:10800,&quot;width&quot;:1920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166.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167.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68.xml><?xml version="1.0" encoding="utf-8"?>
<p:tagLst xmlns:p="http://schemas.openxmlformats.org/presentationml/2006/main">
  <p:tag name="KSO_WM_UNIT_PRESET_TEXT" val="Simple &amp; Creative"/>
  <p:tag name="KSO_WM_UNIT_NOCLEAR" val="0"/>
  <p:tag name="KSO_WM_UNIT_VALUE" val="48"/>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ISCONTENTSTITLE" val="0"/>
  <p:tag name="KSO_WM_UNIT_ISNUMDGMTITLE" val="0"/>
  <p:tag name="KSO_WM_UNIT_TEXT_FILL_FORE_SCHEMECOLOR_INDEX_BRIGHTNESS" val="-0.25"/>
  <p:tag name="KSO_WM_UNIT_TEXT_FILL_FORE_SCHEMECOLOR_INDEX" val="14"/>
  <p:tag name="KSO_WM_UNIT_TEXT_FILL_TYPE" val="1"/>
  <p:tag name="KSO_WM_UNIT_CONTENT_GROUP_TYPE" val="contentchip"/>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PA" val="v5.2.11"/>
</p:tagLst>
</file>

<file path=ppt/tags/tag1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 name="PA" val="v5.2.11"/>
  <p:tag name="KSO_WM_UNIT_TEXT_LAYER_COUNT" val="1"/>
</p:tagLst>
</file>

<file path=ppt/tags/tag174.xml><?xml version="1.0" encoding="utf-8"?>
<p:tagLst xmlns:p="http://schemas.openxmlformats.org/presentationml/2006/main">
  <p:tag name="KSO_WM_UNIT_ISCONTENTSTITLE" val="0"/>
  <p:tag name="KSO_WM_UNIT_ISNUMDGMTITLE" val="0"/>
  <p:tag name="KSO_WM_UNIT_PRESET_TEXT" val="单击此处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PA" val="v5.2.1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2*i*2"/>
  <p:tag name="KSO_WM_UNIT_LAYERLEVEL" val="1"/>
  <p:tag name="KSO_WM_TAG_VERSION" val="3.0"/>
  <p:tag name="KSO_WM_BEAUTIFY_FLAG" val="#wm#"/>
  <p:tag name="KSO_WM_UNIT_CONTENT_GROUP_TYPE" val="titlestyle"/>
  <p:tag name="PA" val="v5.2.1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80.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181.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87.xml><?xml version="1.0" encoding="utf-8"?>
<p:tagLst xmlns:p="http://schemas.openxmlformats.org/presentationml/2006/main">
  <p:tag name="KSO_WM_BEAUTIFY_FLAG" val="#wm#"/>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4*i*4"/>
  <p:tag name="KSO_WM_UNIT_LAYERLEVEL" val="1"/>
  <p:tag name="KSO_WM_TAG_VERSION" val="3.0"/>
</p:tagLst>
</file>

<file path=ppt/tags/tag188.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189.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3.0"/>
</p:tagLst>
</file>

<file path=ppt/tags/tag19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5*i*2"/>
  <p:tag name="KSO_WM_UNIT_LAYERLEVEL" val="1"/>
  <p:tag name="KSO_WM_TAG_VERSION" val="3.0"/>
  <p:tag name="KSO_WM_BEAUTIFY_FLAG" val="#wm#"/>
  <p:tag name="KSO_WM_UNIT_CONTENT_GROUP_TYPE" val="titlestyle"/>
</p:tagLst>
</file>

<file path=ppt/tags/tag1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19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3.0"/>
</p:tagLst>
</file>

<file path=ppt/tags/tag20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203.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20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20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3.0"/>
  <p:tag name="KSO_WM_UNIT_CONTENT_GROUP_TYPE" val="titlestyle"/>
</p:tagLst>
</file>

<file path=ppt/tags/tag2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2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3.0"/>
</p:tagLst>
</file>

<file path=ppt/tags/tag21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7*i*2"/>
  <p:tag name="KSO_WM_UNIT_LAYERLEVEL" val="1"/>
  <p:tag name="KSO_WM_TAG_VERSION" val="3.0"/>
  <p:tag name="KSO_WM_BEAUTIFY_FLAG" val="#wm#"/>
  <p:tag name="KSO_WM_UNIT_CONTENT_GROUP_TYPE" val="titlestyle"/>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1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8*i*1"/>
  <p:tag name="KSO_WM_UNIT_LAYERLEVEL" val="1"/>
  <p:tag name="KSO_WM_TAG_VERSION" val="3.0"/>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Lst>
</file>

<file path=ppt/tags/tag2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2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3.0"/>
</p:tagLst>
</file>

<file path=ppt/tags/tag227.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22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 name="KSO_WM_UNIT_CONTENT_GROUP_TYPE" val="titlestyle"/>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234.xml><?xml version="1.0" encoding="utf-8"?>
<p:tagLst xmlns:p="http://schemas.openxmlformats.org/presentationml/2006/main">
  <p:tag name="KSO_WM_UNIT_ISCONTENTSTITLE" val="0"/>
  <p:tag name="KSO_WM_UNIT_ISNUMDGMTITLE" val="0"/>
  <p:tag name="KSO_WM_UNIT_PRESET_TEXT" val="感谢您的观看与聆听"/>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235.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246.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247.xml><?xml version="1.0" encoding="utf-8"?>
<p:tagLst xmlns:p="http://schemas.openxmlformats.org/presentationml/2006/main">
  <p:tag name="KSO_WM_UNIT_PLACING_PICTURE_USER_VIEWPORT" val="{&quot;height&quot;:10800,&quot;width&quot;:1920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48.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249.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250.xml><?xml version="1.0" encoding="utf-8"?>
<p:tagLst xmlns:p="http://schemas.openxmlformats.org/presentationml/2006/main">
  <p:tag name="KSO_WM_UNIT_PRESET_TEXT" val="Simple &amp; Creative"/>
  <p:tag name="KSO_WM_UNIT_NOCLEAR" val="0"/>
  <p:tag name="KSO_WM_UNIT_VALUE" val="48"/>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ISCONTENTSTITLE" val="0"/>
  <p:tag name="KSO_WM_UNIT_ISNUMDGMTITLE" val="0"/>
  <p:tag name="KSO_WM_UNIT_TEXT_FILL_FORE_SCHEMECOLOR_INDEX_BRIGHTNESS" val="-0.25"/>
  <p:tag name="KSO_WM_UNIT_TEXT_FILL_FORE_SCHEMECOLOR_INDEX" val="14"/>
  <p:tag name="KSO_WM_UNIT_TEXT_FILL_TYPE" val="1"/>
  <p:tag name="KSO_WM_UNIT_CONTENT_GROUP_TYPE" val="contentchip"/>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PA" val="v5.2.11"/>
</p:tagLst>
</file>

<file path=ppt/tags/tag2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PRESET_TEXT" val="单击此处编辑母版文本样式&#10;第二级&#10;第三级&#10;第四级&#10;第五级"/>
  <p:tag name="PA" val="v5.2.11"/>
  <p:tag name="KSO_WM_UNIT_TEXT_LAYER_COUNT" val="1"/>
</p:tagLst>
</file>

<file path=ppt/tags/tag256.xml><?xml version="1.0" encoding="utf-8"?>
<p:tagLst xmlns:p="http://schemas.openxmlformats.org/presentationml/2006/main">
  <p:tag name="KSO_WM_UNIT_ISCONTENTSTITLE" val="0"/>
  <p:tag name="KSO_WM_UNIT_ISNUMDGMTITLE" val="0"/>
  <p:tag name="KSO_WM_UNIT_PRESET_TEXT" val="单击此处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PA" val="v5.2.1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2*i*2"/>
  <p:tag name="KSO_WM_UNIT_LAYERLEVEL" val="1"/>
  <p:tag name="KSO_WM_TAG_VERSION" val="3.0"/>
  <p:tag name="KSO_WM_BEAUTIFY_FLAG" val="#wm#"/>
  <p:tag name="KSO_WM_UNIT_CONTENT_GROUP_TYPE" val="titlestyle"/>
  <p:tag name="PA" val="v5.2.1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262.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Lst>
</file>

<file path=ppt/tags/tag26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69.xml><?xml version="1.0" encoding="utf-8"?>
<p:tagLst xmlns:p="http://schemas.openxmlformats.org/presentationml/2006/main">
  <p:tag name="KSO_WM_BEAUTIFY_FLAG" val="#wm#"/>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4*i*4"/>
  <p:tag name="KSO_WM_UNIT_LAYERLEVEL" val="1"/>
  <p:tag name="KSO_WM_TAG_VERSION" val="3.0"/>
</p:tagLst>
</file>

<file path=ppt/tags/tag270.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Lst>
</file>

<file path=ppt/tags/tag271.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3.0"/>
</p:tagLst>
</file>

<file path=ppt/tags/tag27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5*i*2"/>
  <p:tag name="KSO_WM_UNIT_LAYERLEVEL" val="1"/>
  <p:tag name="KSO_WM_TAG_VERSION" val="3.0"/>
  <p:tag name="KSO_WM_BEAUTIFY_FLAG" val="#wm#"/>
  <p:tag name="KSO_WM_UNIT_CONTENT_GROUP_TYPE" val="titlestyle"/>
</p:tagLst>
</file>

<file path=ppt/tags/tag2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2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3.0"/>
</p:tagLst>
</file>

<file path=ppt/tags/tag28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285.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 name="KSO_WM_UNIT_TEXT_FILL_FORE_SCHEMECOLOR_INDEX_BRIGHTNESS" val="0.15"/>
  <p:tag name="KSO_WM_UNIT_TEXT_FILL_FORE_SCHEMECOLOR_INDEX" val="13"/>
  <p:tag name="KSO_WM_UNIT_TEXT_FILL_TYPE" val="1"/>
</p:tagLst>
</file>

<file path=ppt/tags/tag28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2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3.0"/>
  <p:tag name="KSO_WM_UNIT_CONTENT_GROUP_TYPE" val="titlestyle"/>
</p:tagLst>
</file>

<file path=ppt/tags/tag2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2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 name="KSO_WM_UNIT_TEXT_LAYER_COUNT"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9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3.0"/>
</p:tagLst>
</file>

<file path=ppt/tags/tag29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7*i*2"/>
  <p:tag name="KSO_WM_UNIT_LAYERLEVEL" val="1"/>
  <p:tag name="KSO_WM_TAG_VERSION" val="3.0"/>
  <p:tag name="KSO_WM_BEAUTIFY_FLAG" val="#wm#"/>
  <p:tag name="KSO_WM_UNIT_CONTENT_GROUP_TYPE" val="titlestyle"/>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9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8*i*1"/>
  <p:tag name="KSO_WM_UNIT_LAYERLEVEL" val="1"/>
  <p:tag name="KSO_WM_TAG_VERSION" val="3.0"/>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0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Lst>
</file>

<file path=ppt/tags/tag3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 name="KSO_WM_UNIT_TEXT_LAYER_COUNT"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0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3.0"/>
</p:tagLst>
</file>

<file path=ppt/tags/tag309.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UNIT_CONTENT_GROUP_TYPE" val="titlestyle"/>
</p:tagLst>
</file>

<file path=ppt/tags/tag31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 name="KSO_WM_UNIT_CONTENT_GROUP_TYPE" val="titlestyle"/>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316.xml><?xml version="1.0" encoding="utf-8"?>
<p:tagLst xmlns:p="http://schemas.openxmlformats.org/presentationml/2006/main">
  <p:tag name="KSO_WM_UNIT_ISCONTENTSTITLE" val="0"/>
  <p:tag name="KSO_WM_UNIT_ISNUMDGMTITLE" val="0"/>
  <p:tag name="KSO_WM_UNIT_PRESET_TEXT" val="感谢您的观看与聆听"/>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317.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 name="KSO_WM_UNIT_CONTENT_GROUP_TYPE" val="titlestyle"/>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TEXT_LAYER_COUNT" val="1"/>
  <p:tag name="KSO_WM_TEMPLATE_CATEGORY" val="custom"/>
  <p:tag name="KSO_WM_TEMPLATE_INDEX" val="20230230"/>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 name="KSO_WM_TEMPLATE_CATEGORY" val="custom"/>
  <p:tag name="KSO_WM_TEMPLATE_INDEX" val="20230230"/>
</p:tagLst>
</file>

<file path=ppt/tags/tag328.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30"/>
  <p:tag name="KSO_WM_TEMPLATE_THUMBS_INDEX" val="1、11"/>
</p:tagLst>
</file>

<file path=ppt/tags/tag329.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30_1*f*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 name="KSO_WM_UNIT_PRESET_TEXT_INDEX" val="-1"/>
  <p:tag name="KSO_WM_UNIT_PRESET_TEXT_LEN" val="0"/>
</p:tagLst>
</file>

<file path=ppt/tags/tag3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1*a*1"/>
  <p:tag name="KSO_WM_TEMPLATE_CATEGORY" val="custom"/>
  <p:tag name="KSO_WM_TEMPLATE_INDEX" val="20230230"/>
  <p:tag name="KSO_WM_UNIT_LAYERLEVEL" val="1"/>
  <p:tag name="KSO_WM_TAG_VERSION" val="3.0"/>
  <p:tag name="KSO_WM_BEAUTIFY_FLAG" val="#wm#"/>
  <p:tag name="KSO_WM_UNIT_CONTENT_GROUP_TYPE" val="contentchip"/>
  <p:tag name="KSO_WM_UNIT_TEXT_TYPE" val="1"/>
  <p:tag name="KSO_WM_UNIT_PRESET_TEXT" val="单击添加文档标题"/>
</p:tagLst>
</file>

<file path=ppt/tags/tag331.xml><?xml version="1.0" encoding="utf-8"?>
<p:tagLst xmlns:p="http://schemas.openxmlformats.org/presentationml/2006/main">
  <p:tag name="KSO_WM_SLIDE_ID" val="custom20230230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0230"/>
  <p:tag name="KSO_WM_SLIDE_LAYOUT" val="a_b_f"/>
  <p:tag name="KSO_WM_SLIDE_LAYOUT_CNT" val="1_1_1"/>
  <p:tag name="KSO_WM_TEMPLATE_THUMBS_INDEX" val="1、11"/>
  <p:tag name="KSO_WM_SLIDE_CONTENT_AREA" val="{&quot;left&quot;:&quot;46.45&quot;,&quot;top&quot;:&quot;101.75&quot;,&quot;width&quot;:&quot;613.6&quot;,&quot;height&quot;:&quot;315.15&quot;}"/>
</p:tagLst>
</file>

<file path=ppt/tags/tag332.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0230_4*b*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KSO_WM_DIAGRAM_GROUP_CODE" val="l1-1"/>
  <p:tag name="KSO_WM_UNIT_PRESET_TEXT_INDEX" val="-1"/>
  <p:tag name="KSO_WM_UNIT_PRESET_TEXT_LEN" val="0"/>
  <p:tag name="KSO_WM_UNIT_USESOURCEFORMAT_APPLY" val="1"/>
</p:tagLst>
</file>

<file path=ppt/tags/tag333.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4*a*1"/>
  <p:tag name="KSO_WM_TEMPLATE_CATEGORY" val="custom"/>
  <p:tag name="KSO_WM_TEMPLATE_INDEX" val="20230230"/>
  <p:tag name="KSO_WM_UNIT_LAYERLEVEL" val="1"/>
  <p:tag name="KSO_WM_TAG_VERSION" val="3.0"/>
  <p:tag name="KSO_WM_BEAUTIFY_FLAG" val="#wm#"/>
  <p:tag name="KSO_WM_DIAGRAM_GROUP_CODE" val="l1-1"/>
  <p:tag name="KSO_WM_UNIT_PRESET_TEXT_INDEX" val="-1"/>
  <p:tag name="KSO_WM_UNIT_PRESET_TEXT_LEN" val="0"/>
  <p:tag name="KSO_WM_UNIT_TEXT_FILL_FORE_SCHEMECOLOR_INDEX" val="13"/>
  <p:tag name="KSO_WM_UNIT_TEXT_FILL_TYPE" val="1"/>
  <p:tag name="KSO_WM_UNIT_USESOURCEFORMAT_APPLY" val="1"/>
</p:tagLst>
</file>

<file path=ppt/tags/tag334.xml><?xml version="1.0" encoding="utf-8"?>
<p:tagLst xmlns:p="http://schemas.openxmlformats.org/presentationml/2006/main">
  <p:tag name="KSO_WM_UNIT_LINE_FORE_SCHEMECOLOR_INDEX_BRIGHTNESS" val="0.6"/>
  <p:tag name="KSO_WM_UNIT_LINE_FORE_SCHEMECOLOR_INDEX" val="15"/>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30230_4*l_h_i*1_1_3"/>
  <p:tag name="KSO_WM_TEMPLATE_CATEGORY" val="custom"/>
  <p:tag name="KSO_WM_TEMPLATE_INDEX" val="20230230"/>
  <p:tag name="KSO_WM_UNIT_LAYERLEVEL" val="1_1_1"/>
  <p:tag name="KSO_WM_TAG_VERSION" val="3.0"/>
  <p:tag name="KSO_WM_BEAUTIFY_FLAG" val="#wm#"/>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35.xml><?xml version="1.0" encoding="utf-8"?>
<p:tagLst xmlns:p="http://schemas.openxmlformats.org/presentationml/2006/main">
  <p:tag name="KSO_WM_UNIT_LINE_FORE_SCHEMECOLOR_INDEX_BRIGHTNESS" val="0"/>
  <p:tag name="KSO_WM_UNIT_LINE_FORE_SCHEMECOLOR_INDEX" val="5"/>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30230_4*l_h_i*1_1_2"/>
  <p:tag name="KSO_WM_TEMPLATE_CATEGORY" val="custom"/>
  <p:tag name="KSO_WM_TEMPLATE_INDEX" val="20230230"/>
  <p:tag name="KSO_WM_UNIT_LAYERLEVEL" val="1_1_1"/>
  <p:tag name="KSO_WM_TAG_VERSION" val="3.0"/>
  <p:tag name="KSO_WM_BEAUTIFY_FLAG" val="#wm#"/>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30_4*l_h_i*1_1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3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1_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338.xml><?xml version="1.0" encoding="utf-8"?>
<p:tagLst xmlns:p="http://schemas.openxmlformats.org/presentationml/2006/main">
  <p:tag name="KSO_WM_UNIT_LINE_FORE_SCHEMECOLOR_INDEX_BRIGHTNESS" val="0.6"/>
  <p:tag name="KSO_WM_UNIT_LINE_FORE_SCHEMECOLOR_INDEX" val="1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30230_4*l_h_i*1_2_3"/>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3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30230_4*l_h_i*1_2_2"/>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30_4*l_h_i*1_2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34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2_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342.xml><?xml version="1.0" encoding="utf-8"?>
<p:tagLst xmlns:p="http://schemas.openxmlformats.org/presentationml/2006/main">
  <p:tag name="KSO_WM_UNIT_LINE_FORE_SCHEMECOLOR_INDEX_BRIGHTNESS" val="0.6"/>
  <p:tag name="KSO_WM_UNIT_LINE_FORE_SCHEMECOLOR_INDEX" val="1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30230_4*l_h_i*1_4_3"/>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4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30230_4*l_h_i*1_4_2"/>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230_4*l_h_i*1_4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34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4_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346.xml><?xml version="1.0" encoding="utf-8"?>
<p:tagLst xmlns:p="http://schemas.openxmlformats.org/presentationml/2006/main">
  <p:tag name="KSO_WM_UNIT_LINE_FORE_SCHEMECOLOR_INDEX_BRIGHTNESS" val="0.6"/>
  <p:tag name="KSO_WM_UNIT_LINE_FORE_SCHEMECOLOR_INDEX" val="1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30230_4*l_h_i*1_3_3"/>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6000000238418579,&quot;colorType&quot;:1,&quot;foreColorIndex&quot;:1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4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30230_4*l_h_i*1_3_2"/>
  <p:tag name="KSO_WM_TEMPLATE_CATEGORY" val="custom"/>
  <p:tag name="KSO_WM_TEMPLATE_INDEX" val="20230230"/>
  <p:tag name="KSO_WM_UNIT_LAYERLEVEL" val="1_1_1"/>
  <p:tag name="KSO_WM_TAG_VERSION" val="3.0"/>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COLOR_TRICK" val="1"/>
  <p:tag name="KSO_WM_DIAGRAM_COLOR_TEXT_CAN_REMOVE" val="n"/>
  <p:tag name="KSO_WM_UNIT_USESOURCEFORMAT_APPLY"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30_4*l_h_i*1_3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USESOURCEFORMAT_APPLY" val="1"/>
</p:tagLst>
</file>

<file path=ppt/tags/tag3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30"/>
  <p:tag name="KSO_WM_UNIT_LAYERLEVEL" val="1_1_1"/>
  <p:tag name="KSO_WM_TAG_VERSION" val="3.0"/>
  <p:tag name="KSO_WM_BEAUTIFY_FLAG" val="#wm#"/>
  <p:tag name="KSO_WM_UNIT_TEXT_FILL_FORE_SCHEMECOLOR_INDEX_BRIGHTNESS" val="-0.25"/>
  <p:tag name="KSO_WM_UNIT_TEXT_FILL_FORE_SCHEMECOLOR_INDEX" val="14"/>
  <p:tag name="KSO_WM_UNIT_TEXT_FILL_TYPE" val="1"/>
  <p:tag name="KSO_WM_DIAGRAM_GROUP_CODE" val="l1-1"/>
  <p:tag name="KSO_WM_UNIT_TYPE" val="l_h_f"/>
  <p:tag name="KSO_WM_UNIT_ID" val="custom20230230_4*l_h_f*1_3_1"/>
  <p:tag name="KSO_WM_DIAGRAM_VERSION" val="3"/>
  <p:tag name="KSO_WM_DIAGRAM_MAX_ITEMCNT" val="8"/>
  <p:tag name="KSO_WM_DIAGRAM_MIN_ITEMCNT" val="2"/>
  <p:tag name="KSO_WM_DIAGRAM_VIRTUALLY_FRAME" val="{&quot;height&quot;:331.1000061035156,&quot;left&quot;:62.9,&quot;top&quot;:152.1249969482422,&quot;width&quot;:86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SUBTYPE" val="a"/>
  <p:tag name="KSO_WM_UNIT_TEXT_TYPE" val="1"/>
  <p:tag name="KSO_WM_UNIT_TEXT_LAYER_COUNT" val="1"/>
  <p:tag name="KSO_WM_UNIT_PRESET_TEXT" val="添加目录标题"/>
  <p:tag name="KSO_WM_UNIT_USESOURCEFORMAT_APPLY" val="1"/>
</p:tagLst>
</file>

<file path=ppt/tags/tag350.xml><?xml version="1.0" encoding="utf-8"?>
<p:tagLst xmlns:p="http://schemas.openxmlformats.org/presentationml/2006/main">
  <p:tag name="KSO_WM_SLIDE_ID" val="custom2023023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230"/>
  <p:tag name="KSO_WM_SLIDE_LAYOUT" val="a_b_l"/>
  <p:tag name="KSO_WM_SLIDE_LAYOUT_CNT" val="1_1_1"/>
  <p:tag name="KSO_WM_SLIDE_TYPE" val="contents"/>
  <p:tag name="KSO_WM_SLIDE_SUBTYPE" val="diag"/>
  <p:tag name="KSO_WM_DIAGRAM_GROUP_CODE" val="l1-1"/>
  <p:tag name="KSO_WM_SLIDE_DIAGTYPE" val="l"/>
</p:tagLst>
</file>

<file path=ppt/tags/tag351.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30_9*e*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_INDEX" val="-1"/>
  <p:tag name="KSO_WM_UNIT_PRESET_TEXT_LEN" val="0"/>
</p:tagLst>
</file>

<file path=ppt/tags/tag3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9*a*1"/>
  <p:tag name="KSO_WM_TEMPLATE_CATEGORY" val="custom"/>
  <p:tag name="KSO_WM_TEMPLATE_INDEX" val="20230230"/>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353.xml><?xml version="1.0" encoding="utf-8"?>
<p:tagLst xmlns:p="http://schemas.openxmlformats.org/presentationml/2006/main">
  <p:tag name="KSO_WM_SLIDE_ID" val="custom20230230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30"/>
  <p:tag name="KSO_WM_SLIDE_LAYOUT" val="a_e"/>
  <p:tag name="KSO_WM_SLIDE_LAYOUT_CNT" val="1_1"/>
  <p:tag name="KSO_WM_SLIDE_TYPE" val="sectionTitle"/>
  <p:tag name="KSO_WM_SLIDE_SUBTYPE" val="pureTxt"/>
  <p:tag name="KSO_WM_SLIDE_CONTENT_AREA" val="{&quot;left&quot;:&quot;26.85&quot;,&quot;top&quot;:&quot;79.65&quot;,&quot;width&quot;:&quot;618.65&quot;,&quot;height&quot;:&quot;320.9&quot;}"/>
</p:tagLst>
</file>

<file path=ppt/tags/tag3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30_10*f*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PA" val="v5.2.11"/>
  <p:tag name="KSO_WM_UNIT_TEXT_TYPE" val="1"/>
  <p:tag name="KSO_WM_UNIT_TEXT_LAYER_COUNT" val="1"/>
  <p:tag name="KSO_WM_UNIT_PRESET_TEXT" val="单击此处添加文本"/>
</p:tagLst>
</file>

<file path=ppt/tags/tag3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10*a*1"/>
  <p:tag name="KSO_WM_TEMPLATE_CATEGORY" val="custom"/>
  <p:tag name="KSO_WM_TEMPLATE_INDEX" val="20230230"/>
  <p:tag name="KSO_WM_UNIT_LAYERLEVEL" val="1"/>
  <p:tag name="KSO_WM_TAG_VERSION" val="3.0"/>
  <p:tag name="KSO_WM_BEAUTIFY_FLAG" val="#wm#"/>
  <p:tag name="KSO_WM_UNIT_CONTENT_GROUP_TYPE" val="titlestyle"/>
  <p:tag name="PA" val="v5.2.11"/>
  <p:tag name="KSO_WM_UNIT_TEXT_TYPE" val="1"/>
  <p:tag name="KSO_WM_UNIT_PRESET_TEXT" val="单击此处添加文档标题"/>
</p:tagLst>
</file>

<file path=ppt/tags/tag356.xml><?xml version="1.0" encoding="utf-8"?>
<p:tagLst xmlns:p="http://schemas.openxmlformats.org/presentationml/2006/main">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BEAUTIFY_FLAG" val="#wm#"/>
  <p:tag name="KSO_WM_TEMPLATE_CATEGORY" val="custom"/>
  <p:tag name="KSO_WM_TEMPLATE_INDEX" val="20230230"/>
  <p:tag name="KSO_WM_SLIDE_TYPE" val="text"/>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35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10*a*1"/>
  <p:tag name="KSO_WM_TEMPLATE_CATEGORY" val="custom"/>
  <p:tag name="KSO_WM_TEMPLATE_INDEX" val="20230230"/>
  <p:tag name="KSO_WM_UNIT_LAYERLEVEL" val="1"/>
  <p:tag name="KSO_WM_TAG_VERSION" val="3.0"/>
  <p:tag name="KSO_WM_BEAUTIFY_FLAG" val="#wm#"/>
  <p:tag name="KSO_WM_UNIT_CONTENT_GROUP_TYPE" val="titlestyle"/>
  <p:tag name="PA" val="v5.2.11"/>
  <p:tag name="KSO_WM_UNIT_TEXT_TYPE" val="1"/>
  <p:tag name="KSO_WM_UNIT_PRESET_TEXT" val="单击此处添加文档标题"/>
</p:tagLst>
</file>

<file path=ppt/tags/tag358.xml><?xml version="1.0" encoding="utf-8"?>
<p:tagLst xmlns:p="http://schemas.openxmlformats.org/presentationml/2006/main">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BEAUTIFY_FLAG" val="#wm#"/>
  <p:tag name="KSO_WM_TEMPLATE_CATEGORY" val="custom"/>
  <p:tag name="KSO_WM_TEMPLATE_INDEX" val="20230230"/>
  <p:tag name="KSO_WM_SLIDE_TYPE" val="text"/>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3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10*a*1"/>
  <p:tag name="KSO_WM_TEMPLATE_CATEGORY" val="custom"/>
  <p:tag name="KSO_WM_TEMPLATE_INDEX" val="20230230"/>
  <p:tag name="KSO_WM_UNIT_LAYERLEVEL" val="1"/>
  <p:tag name="KSO_WM_TAG_VERSION" val="3.0"/>
  <p:tag name="KSO_WM_BEAUTIFY_FLAG" val="#wm#"/>
  <p:tag name="KSO_WM_UNIT_CONTENT_GROUP_TYPE" val="titlestyle"/>
  <p:tag name="PA" val="v5.2.11"/>
  <p:tag name="KSO_WM_UNIT_TEXT_TYPE" val="1"/>
  <p:tag name="KSO_WM_UNIT_PRESET_TEXT" val="单击此处添加文档标题"/>
</p:tagLst>
</file>

<file path=ppt/tags/tag360.xml><?xml version="1.0" encoding="utf-8"?>
<p:tagLst xmlns:p="http://schemas.openxmlformats.org/presentationml/2006/main">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BEAUTIFY_FLAG" val="#wm#"/>
  <p:tag name="KSO_WM_TEMPLATE_CATEGORY" val="custom"/>
  <p:tag name="KSO_WM_TEMPLATE_INDEX" val="20230230"/>
  <p:tag name="KSO_WM_SLIDE_TYPE" val="text"/>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3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30_10*f*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3"/>
  <p:tag name="KSO_WM_UNIT_TEXT_FILL_TYPE" val="1"/>
  <p:tag name="PA" val="v5.2.11"/>
  <p:tag name="KSO_WM_UNIT_TEXT_TYPE" val="1"/>
  <p:tag name="KSO_WM_UNIT_TEXT_LAYER_COUNT" val="1"/>
  <p:tag name="KSO_WM_UNIT_PRESET_TEXT" val="单击此处添加文本"/>
</p:tagLst>
</file>

<file path=ppt/tags/tag3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10*a*1"/>
  <p:tag name="KSO_WM_TEMPLATE_CATEGORY" val="custom"/>
  <p:tag name="KSO_WM_TEMPLATE_INDEX" val="20230230"/>
  <p:tag name="KSO_WM_UNIT_LAYERLEVEL" val="1"/>
  <p:tag name="KSO_WM_TAG_VERSION" val="3.0"/>
  <p:tag name="KSO_WM_BEAUTIFY_FLAG" val="#wm#"/>
  <p:tag name="KSO_WM_UNIT_CONTENT_GROUP_TYPE" val="titlestyle"/>
  <p:tag name="PA" val="v5.2.11"/>
  <p:tag name="KSO_WM_UNIT_TEXT_TYPE" val="1"/>
  <p:tag name="KSO_WM_UNIT_PRESET_TEXT" val="单击此处添加文档标题"/>
</p:tagLst>
</file>

<file path=ppt/tags/tag363.xml><?xml version="1.0" encoding="utf-8"?>
<p:tagLst xmlns:p="http://schemas.openxmlformats.org/presentationml/2006/main">
  <p:tag name="KSO_WM_SLIDE_ID" val="custom20230230_10"/>
  <p:tag name="KSO_WM_TEMPLATE_SUBCATEGORY" val="29"/>
  <p:tag name="KSO_WM_TEMPLATE_MASTER_TYPE" val="0"/>
  <p:tag name="KSO_WM_TEMPLATE_COLOR_TYPE" val="0"/>
  <p:tag name="KSO_WM_SLIDE_ITEM_CNT" val="0"/>
  <p:tag name="KSO_WM_SLIDE_INDEX" val="10"/>
  <p:tag name="KSO_WM_TAG_VERSION" val="3.0"/>
  <p:tag name="KSO_WM_BEAUTIFY_FLAG" val="#wm#"/>
  <p:tag name="KSO_WM_TEMPLATE_CATEGORY" val="custom"/>
  <p:tag name="KSO_WM_TEMPLATE_INDEX" val="20230230"/>
  <p:tag name="KSO_WM_SLIDE_TYPE" val="text"/>
  <p:tag name="KSO_WM_SLIDE_SUBTYPE" val="pureTxt"/>
  <p:tag name="KSO_WM_SLIDE_SIZE" val="850*445"/>
  <p:tag name="KSO_WM_SLIDE_POSITION" val="54*41"/>
  <p:tag name="KSO_WM_SLIDE_LAYOUT" val="a_f"/>
  <p:tag name="KSO_WM_SLIDE_LAYOUT_CNT" val="1_1"/>
  <p:tag name="KSO_WM_SPECIAL_SOURCE" val="bdnull"/>
  <p:tag name="KSO_WM_SLIDE_LAYOUT_NAME" val="标题和内容"/>
</p:tagLst>
</file>

<file path=ppt/tags/tag364.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30_9*e*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_INDEX" val="-1"/>
  <p:tag name="KSO_WM_UNIT_PRESET_TEXT_LEN" val="0"/>
</p:tagLst>
</file>

<file path=ppt/tags/tag3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9*a*1"/>
  <p:tag name="KSO_WM_TEMPLATE_CATEGORY" val="custom"/>
  <p:tag name="KSO_WM_TEMPLATE_INDEX" val="20230230"/>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366.xml><?xml version="1.0" encoding="utf-8"?>
<p:tagLst xmlns:p="http://schemas.openxmlformats.org/presentationml/2006/main">
  <p:tag name="KSO_WM_SLIDE_ID" val="custom20230230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30"/>
  <p:tag name="KSO_WM_SLIDE_LAYOUT" val="a_e"/>
  <p:tag name="KSO_WM_SLIDE_LAYOUT_CNT" val="1_1"/>
  <p:tag name="KSO_WM_SLIDE_TYPE" val="sectionTitle"/>
  <p:tag name="KSO_WM_SLIDE_SUBTYPE" val="pureTxt"/>
  <p:tag name="KSO_WM_SLIDE_CONTENT_AREA" val="{&quot;left&quot;:&quot;26.85&quot;,&quot;top&quot;:&quot;79.65&quot;,&quot;width&quot;:&quot;618.65&quot;,&quot;height&quot;:&quot;320.9&quot;}"/>
</p:tagLst>
</file>

<file path=ppt/tags/tag36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69.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7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72.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7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75.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78.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7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81.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82.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30_9*e*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_INDEX" val="-1"/>
  <p:tag name="KSO_WM_UNIT_PRESET_TEXT_LEN" val="0"/>
</p:tagLst>
</file>

<file path=ppt/tags/tag38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9*a*1"/>
  <p:tag name="KSO_WM_TEMPLATE_CATEGORY" val="custom"/>
  <p:tag name="KSO_WM_TEMPLATE_INDEX" val="20230230"/>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384.xml><?xml version="1.0" encoding="utf-8"?>
<p:tagLst xmlns:p="http://schemas.openxmlformats.org/presentationml/2006/main">
  <p:tag name="KSO_WM_SLIDE_ID" val="custom20230230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30"/>
  <p:tag name="KSO_WM_SLIDE_LAYOUT" val="a_e"/>
  <p:tag name="KSO_WM_SLIDE_LAYOUT_CNT" val="1_1"/>
  <p:tag name="KSO_WM_SLIDE_TYPE" val="sectionTitle"/>
  <p:tag name="KSO_WM_SLIDE_SUBTYPE" val="pureTxt"/>
  <p:tag name="KSO_WM_SLIDE_CONTENT_AREA" val="{&quot;left&quot;:&quot;26.85&quot;,&quot;top&quot;:&quot;79.65&quot;,&quot;width&quot;:&quot;618.65&quot;,&quot;height&quot;:&quot;320.9&quot;}"/>
</p:tagLst>
</file>

<file path=ppt/tags/tag3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87.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8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90.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9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93.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94.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30_9*e*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PRESET_TEXT_INDEX" val="-1"/>
  <p:tag name="KSO_WM_UNIT_PRESET_TEXT_LEN" val="0"/>
</p:tagLst>
</file>

<file path=ppt/tags/tag3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9*a*1"/>
  <p:tag name="KSO_WM_TEMPLATE_CATEGORY" val="custom"/>
  <p:tag name="KSO_WM_TEMPLATE_INDEX" val="20230230"/>
  <p:tag name="KSO_WM_UNIT_LAYERLEVEL" val="1"/>
  <p:tag name="KSO_WM_TAG_VERSION" val="3.0"/>
  <p:tag name="KSO_WM_BEAUTIFY_FLAG" val="#wm#"/>
  <p:tag name="KSO_WM_UNIT_CONTENT_GROUP_TYPE" val="contentchip"/>
  <p:tag name="KSO_WM_UNIT_TEXT_TYPE" val="1"/>
  <p:tag name="KSO_WM_UNIT_PRESET_TEXT" val="添加章节标题"/>
</p:tagLst>
</file>

<file path=ppt/tags/tag396.xml><?xml version="1.0" encoding="utf-8"?>
<p:tagLst xmlns:p="http://schemas.openxmlformats.org/presentationml/2006/main">
  <p:tag name="KSO_WM_SLIDE_ID" val="custom20230230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30"/>
  <p:tag name="KSO_WM_SLIDE_LAYOUT" val="a_e"/>
  <p:tag name="KSO_WM_SLIDE_LAYOUT_CNT" val="1_1"/>
  <p:tag name="KSO_WM_SLIDE_TYPE" val="sectionTitle"/>
  <p:tag name="KSO_WM_SLIDE_SUBTYPE" val="pureTxt"/>
  <p:tag name="KSO_WM_SLIDE_CONTENT_AREA" val="{&quot;left&quot;:&quot;26.85&quot;,&quot;top&quot;:&quot;79.65&quot;,&quot;width&quot;:&quot;618.65&quot;,&quot;height&quot;:&quot;320.9&quot;}"/>
</p:tagLst>
</file>

<file path=ppt/tags/tag39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99.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4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402.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0230"/>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4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30_11*a*1"/>
  <p:tag name="KSO_WM_TEMPLATE_CATEGORY" val="custom"/>
  <p:tag name="KSO_WM_TEMPLATE_INDEX" val="20230230"/>
  <p:tag name="KSO_WM_UNIT_LAYERLEVEL" val="1"/>
  <p:tag name="KSO_WM_TAG_VERSION" val="3.0"/>
  <p:tag name="KSO_WM_BEAUTIFY_FLAG" val="#wm#"/>
  <p:tag name="KSO_WM_UNIT_CONTENT_GROUP_TYPE" val="contentchip"/>
</p:tagLst>
</file>

<file path=ppt/tags/tag404.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30_11*f*1"/>
  <p:tag name="KSO_WM_TEMPLATE_CATEGORY" val="custom"/>
  <p:tag name="KSO_WM_TEMPLATE_INDEX" val="20230230"/>
  <p:tag name="KSO_WM_UNIT_LAYERLEVEL" val="1"/>
  <p:tag name="KSO_WM_TAG_VERSION" val="3.0"/>
  <p:tag name="KSO_WM_BEAUTIFY_FLAG" val="#wm#"/>
  <p:tag name="KSO_WM_UNIT_TEXT_FILL_FORE_SCHEMECOLOR_INDEX_BRIGHTNESS" val="-0.25"/>
  <p:tag name="KSO_WM_UNIT_TEXT_FILL_FORE_SCHEMECOLOR_INDEX" val="14"/>
  <p:tag name="KSO_WM_UNIT_TEXT_FILL_TYPE" val="1"/>
  <p:tag name="KSO_WM_UNIT_CONTENT_GROUP_TYPE" val="contentchip"/>
  <p:tag name="KSO_WM_UNIT_TEXT_LAYER_COUNT" val="1"/>
</p:tagLst>
</file>

<file path=ppt/tags/tag405.xml><?xml version="1.0" encoding="utf-8"?>
<p:tagLst xmlns:p="http://schemas.openxmlformats.org/presentationml/2006/main">
  <p:tag name="KSO_WM_SLIDE_ID" val="custom20230230_11"/>
  <p:tag name="KSO_WM_TEMPLATE_SUBCATEGORY" val="29"/>
  <p:tag name="KSO_WM_TEMPLATE_MASTER_TYPE" val="0"/>
  <p:tag name="KSO_WM_TEMPLATE_COLOR_TYPE" val="0"/>
  <p:tag name="KSO_WM_SLIDE_ITEM_CNT" val="0"/>
  <p:tag name="KSO_WM_SLIDE_INDEX" val="11"/>
  <p:tag name="KSO_WM_TAG_VERSION" val="3.0"/>
  <p:tag name="KSO_WM_BEAUTIFY_FLAG" val="#wm#"/>
  <p:tag name="KSO_WM_TEMPLATE_CATEGORY" val="custom"/>
  <p:tag name="KSO_WM_TEMPLATE_INDEX" val="20230230"/>
  <p:tag name="KSO_WM_SLIDE_LAYOUT" val="a_f"/>
  <p:tag name="KSO_WM_SLIDE_LAYOUT_CNT" val="1_1"/>
  <p:tag name="KSO_WM_SLIDE_TYPE" val="endPage"/>
  <p:tag name="KSO_WM_SLIDE_SUBTYPE" val="pureTxt"/>
  <p:tag name="KSO_WM_SLIDE_CONTENT_AREA" val="{&quot;left&quot;:&quot;38.85&quot;,&quot;top&quot;:&quot;72.8&quot;,&quot;width&quot;:&quot;672.5&quot;,&quot;height&quot;:&quot;369.75&quot;}"/>
</p:tagLst>
</file>

<file path=ppt/theme/theme1.xml><?xml version="1.0" encoding="utf-8"?>
<a:theme xmlns:a="http://schemas.openxmlformats.org/drawingml/2006/main" name="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61">
      <a:dk1>
        <a:srgbClr val="000000"/>
      </a:dk1>
      <a:lt1>
        <a:srgbClr val="FFFFFF"/>
      </a:lt1>
      <a:dk2>
        <a:srgbClr val="3F4D63"/>
      </a:dk2>
      <a:lt2>
        <a:srgbClr val="E7F0FD"/>
      </a:lt2>
      <a:accent1>
        <a:srgbClr val="116CEE"/>
      </a:accent1>
      <a:accent2>
        <a:srgbClr val="1B7ED6"/>
      </a:accent2>
      <a:accent3>
        <a:srgbClr val="268FBE"/>
      </a:accent3>
      <a:accent4>
        <a:srgbClr val="30A1A6"/>
      </a:accent4>
      <a:accent5>
        <a:srgbClr val="3BB28E"/>
      </a:accent5>
      <a:accent6>
        <a:srgbClr val="45C476"/>
      </a:accent6>
      <a:hlink>
        <a:srgbClr val="0563C1"/>
      </a:hlink>
      <a:folHlink>
        <a:srgbClr val="954F72"/>
      </a:folHlink>
    </a:clrScheme>
    <a:fontScheme name="自定义 13">
      <a:majorFont>
        <a:latin typeface="MiSans Heavy"/>
        <a:ea typeface="MiSans Heavy"/>
        <a:cs typeface=""/>
      </a:majorFont>
      <a:minorFont>
        <a:latin typeface="MiSans Light"/>
        <a:ea typeface="MiSans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3153</Words>
  <Application>WPS 演示</Application>
  <PresentationFormat>宽屏</PresentationFormat>
  <Paragraphs>162</Paragraphs>
  <Slides>21</Slides>
  <Notes>4</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21</vt:i4>
      </vt:variant>
    </vt:vector>
  </HeadingPairs>
  <TitlesOfParts>
    <vt:vector size="36" baseType="lpstr">
      <vt:lpstr>Arial</vt:lpstr>
      <vt:lpstr>宋体</vt:lpstr>
      <vt:lpstr>Wingdings</vt:lpstr>
      <vt:lpstr>Wingdings</vt:lpstr>
      <vt:lpstr>微软雅黑</vt:lpstr>
      <vt:lpstr>Arial Unicode MS</vt:lpstr>
      <vt:lpstr>Calibri</vt:lpstr>
      <vt:lpstr>MiSans Heavy</vt:lpstr>
      <vt:lpstr>MiSans Light</vt:lpstr>
      <vt:lpstr>Segoe Print</vt:lpstr>
      <vt:lpstr>Open Sans</vt:lpstr>
      <vt:lpstr>Office 主题</vt:lpstr>
      <vt:lpstr>1_Office 主题</vt:lpstr>
      <vt:lpstr>2_Office 主题</vt:lpstr>
      <vt:lpstr>3_Office 主题</vt:lpstr>
      <vt:lpstr>单击添加文档标题</vt:lpstr>
      <vt:lpstr>目录</vt:lpstr>
      <vt:lpstr>添加章节标题</vt:lpstr>
      <vt:lpstr>单击此处添加文档标题</vt:lpstr>
      <vt:lpstr>带操作系统移植</vt:lpstr>
      <vt:lpstr>带操作系统移植</vt:lpstr>
      <vt:lpstr>带操作系统移植</vt:lpstr>
      <vt:lpstr>lvgl库移植</vt:lpstr>
      <vt:lpstr>单击此处添加标题</vt:lpstr>
      <vt:lpstr>guiguider使用</vt:lpstr>
      <vt:lpstr>guiguider使用</vt:lpstr>
      <vt:lpstr>guiguider使用</vt:lpstr>
      <vt:lpstr>guiguider使用</vt:lpstr>
      <vt:lpstr>基础代码编辑</vt:lpstr>
      <vt:lpstr>guiguider使用</vt:lpstr>
      <vt:lpstr>代码构建</vt:lpstr>
      <vt:lpstr>lvgl页面状态实时显示</vt:lpstr>
      <vt:lpstr>与逻辑交互框架</vt:lpstr>
      <vt:lpstr>lvgl键值上传</vt:lpstr>
      <vt:lpstr>注意事项</vt:lpstr>
      <vt:lpstr>感谢您的观看与聆听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彡叢彡</cp:lastModifiedBy>
  <cp:revision>156</cp:revision>
  <dcterms:created xsi:type="dcterms:W3CDTF">2019-06-19T02:08:00Z</dcterms:created>
  <dcterms:modified xsi:type="dcterms:W3CDTF">2025-04-22T07:02:50Z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AA315515B0FF463296DFD373B5038546_11</vt:lpwstr>
  </property>
</Properties>
</file>